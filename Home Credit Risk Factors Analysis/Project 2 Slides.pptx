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Fira Sans Extra Condensed Medium" panose="020B0604020202020204" charset="0"/>
      <p:regular r:id="rId16"/>
      <p:bold r:id="rId17"/>
      <p:italic r:id="rId18"/>
      <p:boldItalic r:id="rId19"/>
    </p:embeddedFont>
    <p:embeddedFont>
      <p:font typeface="Josefin Sans" pitchFamily="2" charset="0"/>
      <p:regular r:id="rId20"/>
      <p:bold r:id="rId21"/>
      <p:italic r:id="rId22"/>
      <p:boldItalic r:id="rId23"/>
    </p:embeddedFont>
    <p:embeddedFont>
      <p:font typeface="Josefin Sans Light" pitchFamily="2" charset="0"/>
      <p:regular r:id="rId24"/>
      <p:bold r:id="rId25"/>
      <p:italic r:id="rId26"/>
      <p:boldItalic r:id="rId27"/>
    </p:embeddedFont>
    <p:embeddedFont>
      <p:font typeface="Josefin Sans Medium" panose="020B0604020202020204" charset="0"/>
      <p:regular r:id="rId28"/>
      <p:bold r:id="rId29"/>
      <p:italic r:id="rId30"/>
      <p:boldItalic r:id="rId31"/>
    </p:embeddedFont>
    <p:embeddedFont>
      <p:font typeface="Josefin Sans SemiBold"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9" Type="http://schemas.openxmlformats.org/officeDocument/2006/relationships/tableStyles" Target="tableStyles.xml"/><Relationship Id="rId21" Type="http://schemas.openxmlformats.org/officeDocument/2006/relationships/font" Target="fonts/font6.fntdata"/><Relationship Id="rId34" Type="http://schemas.openxmlformats.org/officeDocument/2006/relationships/font" Target="fonts/font1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font" Target="fonts/font20.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Jenna</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You will also give an oral presentation in class, presenting your final results to your “clients”.</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 presentation should be no more than 10 minutes long.  Your goal here is to convince the client that your final chosen model is the one they should use in their loan decisions.  This presentation can and should be more technical than Project 1, but still stay focused on the main takeaways that the client needs to know to use your work productively.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14a607a8f4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314a607a8f4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Jenna</a:t>
            </a:r>
            <a:endParaRPr/>
          </a:p>
          <a:p>
            <a:pPr marL="0" lvl="0" indent="0" algn="l" rtl="0">
              <a:spcBef>
                <a:spcPts val="0"/>
              </a:spcBef>
              <a:spcAft>
                <a:spcPts val="0"/>
              </a:spcAft>
              <a:buNone/>
            </a:pPr>
            <a:endParaRPr/>
          </a:p>
          <a:p>
            <a:pPr marL="0" lvl="0" indent="0" algn="l" rtl="0">
              <a:spcBef>
                <a:spcPts val="0"/>
              </a:spcBef>
              <a:spcAft>
                <a:spcPts val="0"/>
              </a:spcAft>
              <a:buNone/>
            </a:pPr>
            <a:r>
              <a:rPr lang="en"/>
              <a:t>The Home Credit Default Risk dataset includes over 300 features across multiple data files, each capturing different aspects of loan applicants. The main dataset (application_train.csv and application_test.csv) provides demographic and financial information for each applicant, such as age, income, employment status, family size, and credit history. Additional files offer insights into applicants' prior loans and payment histories (previous_application.csv), credit card balances (credit_card_balance.csv), installment payments (installments_payments.csv), and monthly cash and debt details (POS_CASH_balance.csv and bureau.csv). These files collectively cover social, economic, and behavioral patterns, allowing for a comprehensive analysis of factors influencing credit risk.</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14fc76e2d2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314fc76e2d2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Jenna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14a607a8f4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314a607a8f4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Dillon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14a607a8f4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14a607a8f4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Dillon</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14a607a8f4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14a607a8f4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Bernette</a:t>
            </a:r>
            <a:endParaRPr/>
          </a:p>
          <a:p>
            <a:pPr marL="0" lvl="0" indent="0" algn="l" rtl="0">
              <a:spcBef>
                <a:spcPts val="0"/>
              </a:spcBef>
              <a:spcAft>
                <a:spcPts val="0"/>
              </a:spcAft>
              <a:buNone/>
            </a:pPr>
            <a:endParaRPr/>
          </a:p>
          <a:p>
            <a:pPr marL="0" lvl="0" indent="0" algn="l" rtl="0">
              <a:spcBef>
                <a:spcPts val="0"/>
              </a:spcBef>
              <a:spcAft>
                <a:spcPts val="0"/>
              </a:spcAft>
              <a:buNone/>
            </a:pPr>
            <a:r>
              <a:rPr lang="en"/>
              <a:t>We tested Logistic Regression using three variations: no penalty, L1, and L2. All models achieved very similar results across performance metrics. The accuracy of 92%, and the ROC-AUC values around 0.73.</a:t>
            </a:r>
            <a:endParaRPr/>
          </a:p>
          <a:p>
            <a:pPr marL="0" lvl="0" indent="0" algn="l" rtl="0">
              <a:spcBef>
                <a:spcPts val="0"/>
              </a:spcBef>
              <a:spcAft>
                <a:spcPts val="0"/>
              </a:spcAft>
              <a:buNone/>
            </a:pPr>
            <a:endParaRPr/>
          </a:p>
          <a:p>
            <a:pPr marL="0" lvl="0" indent="0" algn="l" rtl="0">
              <a:spcBef>
                <a:spcPts val="0"/>
              </a:spcBef>
              <a:spcAft>
                <a:spcPts val="0"/>
              </a:spcAft>
              <a:buNone/>
            </a:pPr>
            <a:r>
              <a:rPr lang="en"/>
              <a:t>However, the L1 penalty model has a slightly lower precision, not as accurate. L2 shows similar precision to no penalty, so regularization doesn’t affect classification performance. Note: r</a:t>
            </a:r>
            <a:r>
              <a:rPr lang="en">
                <a:solidFill>
                  <a:schemeClr val="dk1"/>
                </a:solidFill>
              </a:rPr>
              <a:t>ecall is low during preliminary testing, but gets better in our final approach).</a:t>
            </a:r>
            <a:endParaRPr/>
          </a:p>
          <a:p>
            <a:pPr marL="0" lvl="0" indent="0" algn="l" rtl="0">
              <a:spcBef>
                <a:spcPts val="0"/>
              </a:spcBef>
              <a:spcAft>
                <a:spcPts val="0"/>
              </a:spcAft>
              <a:buNone/>
            </a:pPr>
            <a:endParaRPr/>
          </a:p>
          <a:p>
            <a:pPr marL="0" lvl="0" indent="0" algn="l" rtl="0">
              <a:spcBef>
                <a:spcPts val="0"/>
              </a:spcBef>
              <a:spcAft>
                <a:spcPts val="0"/>
              </a:spcAft>
              <a:buNone/>
            </a:pPr>
            <a:r>
              <a:rPr lang="en"/>
              <a:t>While this model performed well on this linearly separable data, logistic regression assumes linearity can be a limitation for more complex, non-linear relations which can be modeled better with flexible models like SVMs or gradient-boosted trees to improve accuracy.</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(keep under 1 min)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14a607a8f4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14a607a8f4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Bernette</a:t>
            </a:r>
            <a:endParaRPr/>
          </a:p>
          <a:p>
            <a:pPr marL="0" lvl="0" indent="0" algn="l" rtl="0">
              <a:spcBef>
                <a:spcPts val="0"/>
              </a:spcBef>
              <a:spcAft>
                <a:spcPts val="0"/>
              </a:spcAft>
              <a:buNone/>
            </a:pPr>
            <a:endParaRPr/>
          </a:p>
          <a:p>
            <a:pPr marL="0" lvl="0" indent="0" algn="l" rtl="0">
              <a:spcBef>
                <a:spcPts val="0"/>
              </a:spcBef>
              <a:spcAft>
                <a:spcPts val="0"/>
              </a:spcAft>
              <a:buNone/>
            </a:pPr>
            <a:r>
              <a:rPr lang="en"/>
              <a:t>The ROC-AUC for Linear SVC is 0.73 and </a:t>
            </a:r>
            <a:r>
              <a:rPr lang="en">
                <a:solidFill>
                  <a:schemeClr val="dk1"/>
                </a:solidFill>
              </a:rPr>
              <a:t>Average Precision of 0.21 from the Precision-Recall curve</a:t>
            </a:r>
            <a:r>
              <a:rPr lang="en"/>
              <a:t>, both consistent with logistic regression. </a:t>
            </a:r>
            <a:endParaRPr/>
          </a:p>
          <a:p>
            <a:pPr marL="0" lvl="0" indent="0" algn="l" rtl="0">
              <a:spcBef>
                <a:spcPts val="0"/>
              </a:spcBef>
              <a:spcAft>
                <a:spcPts val="0"/>
              </a:spcAft>
              <a:buNone/>
            </a:pPr>
            <a:endParaRPr/>
          </a:p>
          <a:p>
            <a:pPr marL="0" lvl="0" indent="0" algn="l" rtl="0">
              <a:spcBef>
                <a:spcPts val="0"/>
              </a:spcBef>
              <a:spcAft>
                <a:spcPts val="0"/>
              </a:spcAft>
              <a:buNone/>
            </a:pPr>
            <a:r>
              <a:rPr lang="en"/>
              <a:t>Overall, Linear SVC is a reasonable choice for our final model as it works on linearly separable data and high-dimensional spaces, but it has a very slow training time and is sensitive to outliers in the data.</a:t>
            </a:r>
            <a:endParaRPr/>
          </a:p>
          <a:p>
            <a:pPr marL="0" lvl="0" indent="0" algn="l" rtl="0">
              <a:spcBef>
                <a:spcPts val="0"/>
              </a:spcBef>
              <a:spcAft>
                <a:spcPts val="0"/>
              </a:spcAft>
              <a:buNone/>
            </a:pPr>
            <a:endParaRPr/>
          </a:p>
          <a:p>
            <a:pPr marL="0" lvl="0" indent="0" algn="l" rtl="0">
              <a:spcBef>
                <a:spcPts val="0"/>
              </a:spcBef>
              <a:spcAft>
                <a:spcPts val="0"/>
              </a:spcAft>
              <a:buNone/>
            </a:pPr>
            <a:r>
              <a:rPr lang="en"/>
              <a:t>(under 30 sec)</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14a607a8f4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314a607a8f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Jenna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14a607a8f4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14a607a8f4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63636"/>
              </a:lnSpc>
              <a:spcBef>
                <a:spcPts val="0"/>
              </a:spcBef>
              <a:spcAft>
                <a:spcPts val="0"/>
              </a:spcAft>
              <a:buNone/>
            </a:pPr>
            <a:r>
              <a:rPr lang="en" sz="1200" b="1">
                <a:solidFill>
                  <a:srgbClr val="404040"/>
                </a:solidFill>
                <a:highlight>
                  <a:srgbClr val="FCFCFC"/>
                </a:highlight>
              </a:rPr>
              <a:t>Dillon</a:t>
            </a:r>
            <a:endParaRPr sz="1200" b="1">
              <a:solidFill>
                <a:srgbClr val="404040"/>
              </a:solidFill>
              <a:highlight>
                <a:srgbClr val="FCFCFC"/>
              </a:highlight>
            </a:endParaRPr>
          </a:p>
          <a:p>
            <a:pPr marL="685800" lvl="0" indent="-304800" algn="l" rtl="0">
              <a:lnSpc>
                <a:spcPct val="163636"/>
              </a:lnSpc>
              <a:spcBef>
                <a:spcPts val="0"/>
              </a:spcBef>
              <a:spcAft>
                <a:spcPts val="0"/>
              </a:spcAft>
              <a:buClr>
                <a:srgbClr val="404040"/>
              </a:buClr>
              <a:buSzPts val="1200"/>
              <a:buChar char="●"/>
            </a:pPr>
            <a:r>
              <a:rPr lang="en" sz="1200" b="1">
                <a:solidFill>
                  <a:srgbClr val="404040"/>
                </a:solidFill>
                <a:highlight>
                  <a:srgbClr val="FCFCFC"/>
                </a:highlight>
              </a:rPr>
              <a:t>colsample_bytree</a:t>
            </a:r>
            <a:r>
              <a:rPr lang="en" sz="1200">
                <a:solidFill>
                  <a:srgbClr val="404040"/>
                </a:solidFill>
                <a:highlight>
                  <a:srgbClr val="FCFCFC"/>
                </a:highlight>
              </a:rPr>
              <a:t> (</a:t>
            </a:r>
            <a:r>
              <a:rPr lang="en" sz="1200" i="1">
                <a:solidFill>
                  <a:srgbClr val="404040"/>
                </a:solidFill>
                <a:highlight>
                  <a:srgbClr val="FCFCFC"/>
                </a:highlight>
              </a:rPr>
              <a:t>float, optional (default=1.)</a:t>
            </a:r>
            <a:r>
              <a:rPr lang="en" sz="1200">
                <a:solidFill>
                  <a:srgbClr val="404040"/>
                </a:solidFill>
                <a:highlight>
                  <a:srgbClr val="FCFCFC"/>
                </a:highlight>
              </a:rPr>
              <a:t>) – Subsample ratio of columns when constructing each tree.</a:t>
            </a:r>
            <a:endParaRPr sz="1200">
              <a:solidFill>
                <a:srgbClr val="404040"/>
              </a:solidFill>
              <a:highlight>
                <a:srgbClr val="FCFCFC"/>
              </a:highlight>
            </a:endParaRPr>
          </a:p>
          <a:p>
            <a:pPr marL="457200" lvl="0" indent="-304800" algn="l" rtl="0">
              <a:lnSpc>
                <a:spcPct val="163636"/>
              </a:lnSpc>
              <a:spcBef>
                <a:spcPts val="0"/>
              </a:spcBef>
              <a:spcAft>
                <a:spcPts val="0"/>
              </a:spcAft>
              <a:buClr>
                <a:srgbClr val="404040"/>
              </a:buClr>
              <a:buSzPts val="1200"/>
              <a:buChar char="●"/>
            </a:pPr>
            <a:r>
              <a:rPr lang="en" sz="1200" b="1">
                <a:solidFill>
                  <a:srgbClr val="404040"/>
                </a:solidFill>
                <a:highlight>
                  <a:srgbClr val="FCFCFC"/>
                </a:highlight>
              </a:rPr>
              <a:t>min_child_samples</a:t>
            </a:r>
            <a:r>
              <a:rPr lang="en" sz="1200">
                <a:solidFill>
                  <a:srgbClr val="404040"/>
                </a:solidFill>
                <a:highlight>
                  <a:srgbClr val="FCFCFC"/>
                </a:highlight>
              </a:rPr>
              <a:t> (</a:t>
            </a:r>
            <a:r>
              <a:rPr lang="en" sz="1200" i="1">
                <a:solidFill>
                  <a:srgbClr val="404040"/>
                </a:solidFill>
                <a:highlight>
                  <a:srgbClr val="FCFCFC"/>
                </a:highlight>
              </a:rPr>
              <a:t>int, optional (default=20)</a:t>
            </a:r>
            <a:r>
              <a:rPr lang="en" sz="1200">
                <a:solidFill>
                  <a:srgbClr val="404040"/>
                </a:solidFill>
                <a:highlight>
                  <a:srgbClr val="FCFCFC"/>
                </a:highlight>
              </a:rPr>
              <a:t>) – Minimum number of data needed in a child (leaf).</a:t>
            </a:r>
            <a:endParaRPr sz="1200">
              <a:solidFill>
                <a:srgbClr val="404040"/>
              </a:solidFill>
              <a:highlight>
                <a:srgbClr val="FCFCFC"/>
              </a:highlight>
            </a:endParaRPr>
          </a:p>
          <a:p>
            <a:pPr marL="457200" lvl="0" indent="-304800" algn="l" rtl="0">
              <a:lnSpc>
                <a:spcPct val="163636"/>
              </a:lnSpc>
              <a:spcBef>
                <a:spcPts val="0"/>
              </a:spcBef>
              <a:spcAft>
                <a:spcPts val="0"/>
              </a:spcAft>
              <a:buClr>
                <a:srgbClr val="404040"/>
              </a:buClr>
              <a:buSzPts val="1200"/>
              <a:buChar char="●"/>
            </a:pPr>
            <a:r>
              <a:rPr lang="en" sz="1200" b="1">
                <a:solidFill>
                  <a:srgbClr val="404040"/>
                </a:solidFill>
                <a:highlight>
                  <a:srgbClr val="FCFCFC"/>
                </a:highlight>
              </a:rPr>
              <a:t>num_leaves</a:t>
            </a:r>
            <a:r>
              <a:rPr lang="en" sz="1200">
                <a:solidFill>
                  <a:srgbClr val="404040"/>
                </a:solidFill>
                <a:highlight>
                  <a:srgbClr val="FCFCFC"/>
                </a:highlight>
              </a:rPr>
              <a:t> (</a:t>
            </a:r>
            <a:r>
              <a:rPr lang="en" sz="1200" i="1">
                <a:solidFill>
                  <a:srgbClr val="404040"/>
                </a:solidFill>
                <a:highlight>
                  <a:srgbClr val="FCFCFC"/>
                </a:highlight>
              </a:rPr>
              <a:t>int, optional (default=31)</a:t>
            </a:r>
            <a:r>
              <a:rPr lang="en" sz="1200">
                <a:solidFill>
                  <a:srgbClr val="404040"/>
                </a:solidFill>
                <a:highlight>
                  <a:srgbClr val="FCFCFC"/>
                </a:highlight>
              </a:rPr>
              <a:t>) – Maximum tree leaves for base learners.</a:t>
            </a:r>
            <a:endParaRPr sz="1200">
              <a:solidFill>
                <a:srgbClr val="404040"/>
              </a:solidFill>
              <a:highlight>
                <a:srgbClr val="FCFCFC"/>
              </a:highlight>
            </a:endParaRPr>
          </a:p>
          <a:p>
            <a:pPr marL="457200" lvl="0" indent="-304800" algn="l" rtl="0">
              <a:lnSpc>
                <a:spcPct val="163636"/>
              </a:lnSpc>
              <a:spcBef>
                <a:spcPts val="0"/>
              </a:spcBef>
              <a:spcAft>
                <a:spcPts val="0"/>
              </a:spcAft>
              <a:buClr>
                <a:srgbClr val="404040"/>
              </a:buClr>
              <a:buSzPts val="1200"/>
              <a:buChar char="●"/>
            </a:pPr>
            <a:r>
              <a:rPr lang="en" sz="1200" b="1">
                <a:solidFill>
                  <a:srgbClr val="404040"/>
                </a:solidFill>
                <a:highlight>
                  <a:srgbClr val="FCFCFC"/>
                </a:highlight>
              </a:rPr>
              <a:t>reg_lambda</a:t>
            </a:r>
            <a:r>
              <a:rPr lang="en" sz="1200">
                <a:solidFill>
                  <a:srgbClr val="404040"/>
                </a:solidFill>
                <a:highlight>
                  <a:srgbClr val="FCFCFC"/>
                </a:highlight>
              </a:rPr>
              <a:t> (</a:t>
            </a:r>
            <a:r>
              <a:rPr lang="en" sz="1200" i="1">
                <a:solidFill>
                  <a:srgbClr val="404040"/>
                </a:solidFill>
                <a:highlight>
                  <a:srgbClr val="FCFCFC"/>
                </a:highlight>
              </a:rPr>
              <a:t>float, optional (default=0.)</a:t>
            </a:r>
            <a:r>
              <a:rPr lang="en" sz="1200">
                <a:solidFill>
                  <a:srgbClr val="404040"/>
                </a:solidFill>
                <a:highlight>
                  <a:srgbClr val="FCFCFC"/>
                </a:highlight>
              </a:rPr>
              <a:t>) – L2 regularization term on weights.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14a607a8f4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314a607a8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Char char="-"/>
            </a:pPr>
            <a:r>
              <a:rPr lang="en">
                <a:solidFill>
                  <a:schemeClr val="dk1"/>
                </a:solidFill>
              </a:rPr>
              <a:t>talk about hyperparameter tuning?</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insights &amp; interpretation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150539b7dc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3150539b7dc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314fc76e2d2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314fc76e2d2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Dillon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14a607a8f4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314a607a8f4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Bernette</a:t>
            </a:r>
            <a:endParaRPr/>
          </a:p>
          <a:p>
            <a:pPr marL="0" lvl="0" indent="0" algn="l" rtl="0">
              <a:spcBef>
                <a:spcPts val="0"/>
              </a:spcBef>
              <a:spcAft>
                <a:spcPts val="0"/>
              </a:spcAft>
              <a:buNone/>
            </a:pPr>
            <a:endParaRPr/>
          </a:p>
          <a:p>
            <a:pPr marL="0" lvl="0" indent="0" algn="l" rtl="0">
              <a:spcBef>
                <a:spcPts val="0"/>
              </a:spcBef>
              <a:spcAft>
                <a:spcPts val="0"/>
              </a:spcAft>
              <a:buNone/>
            </a:pPr>
            <a:r>
              <a:rPr lang="en"/>
              <a:t>Our model struggles to correctly predict defaults, which leads to a low F-score.</a:t>
            </a:r>
            <a:endParaRPr/>
          </a:p>
          <a:p>
            <a:pPr marL="0" lvl="0" indent="0" algn="l" rtl="0">
              <a:spcBef>
                <a:spcPts val="0"/>
              </a:spcBef>
              <a:spcAft>
                <a:spcPts val="0"/>
              </a:spcAft>
              <a:buNone/>
            </a:pPr>
            <a:endParaRPr/>
          </a:p>
          <a:p>
            <a:pPr marL="0" lvl="0" indent="0" algn="l" rtl="0">
              <a:spcBef>
                <a:spcPts val="0"/>
              </a:spcBef>
              <a:spcAft>
                <a:spcPts val="0"/>
              </a:spcAft>
              <a:buNone/>
            </a:pPr>
            <a:r>
              <a:rPr lang="en"/>
              <a:t>Even though protected classes (like race or gender) were removed from the model, proxy variables may still introduce bias, so the model could still unintentionally favor/disadvantage certain groups.</a:t>
            </a:r>
            <a:endParaRPr/>
          </a:p>
          <a:p>
            <a:pPr marL="0" lvl="0" indent="0" algn="l" rtl="0">
              <a:spcBef>
                <a:spcPts val="0"/>
              </a:spcBef>
              <a:spcAft>
                <a:spcPts val="0"/>
              </a:spcAft>
              <a:buNone/>
            </a:pPr>
            <a:endParaRPr/>
          </a:p>
          <a:p>
            <a:pPr marL="0" lvl="0" indent="0" algn="l" rtl="0">
              <a:spcBef>
                <a:spcPts val="0"/>
              </a:spcBef>
              <a:spcAft>
                <a:spcPts val="0"/>
              </a:spcAft>
              <a:buNone/>
            </a:pPr>
            <a:r>
              <a:rPr lang="en"/>
              <a:t>With a high ROC-AUC, the model performs well overall in distinguishing the likelihood that someone will repay their loan. </a:t>
            </a:r>
            <a:endParaRPr/>
          </a:p>
          <a:p>
            <a:pPr marL="0" lvl="0" indent="0" algn="l" rtl="0">
              <a:spcBef>
                <a:spcPts val="0"/>
              </a:spcBef>
              <a:spcAft>
                <a:spcPts val="0"/>
              </a:spcAft>
              <a:buNone/>
            </a:pPr>
            <a:endParaRPr/>
          </a:p>
          <a:p>
            <a:pPr marL="0" lvl="0" indent="0" algn="l" rtl="0">
              <a:spcBef>
                <a:spcPts val="0"/>
              </a:spcBef>
              <a:spcAft>
                <a:spcPts val="0"/>
              </a:spcAft>
              <a:buNone/>
            </a:pPr>
            <a:r>
              <a:rPr lang="en"/>
              <a:t>By balancing false positives and false negatives, the model supports better risk management so that loan decisions are made with a balance between missing defaulters and avoiding unnecessary loan denials.</a:t>
            </a:r>
            <a:endParaRPr/>
          </a:p>
          <a:p>
            <a:pPr marL="0" lvl="0" indent="0" algn="l" rtl="0">
              <a:spcBef>
                <a:spcPts val="0"/>
              </a:spcBef>
              <a:spcAft>
                <a:spcPts val="0"/>
              </a:spcAft>
              <a:buNone/>
            </a:pPr>
            <a:endParaRPr/>
          </a:p>
          <a:p>
            <a:pPr marL="0" lvl="0" indent="0" algn="l" rtl="0">
              <a:spcBef>
                <a:spcPts val="0"/>
              </a:spcBef>
              <a:spcAft>
                <a:spcPts val="0"/>
              </a:spcAft>
              <a:buNone/>
            </a:pPr>
            <a:r>
              <a:rPr lang="en"/>
              <a:t>Some actions we recommend are …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894500" y="588600"/>
            <a:ext cx="5392800" cy="1983300"/>
          </a:xfrm>
          <a:prstGeom prst="rect">
            <a:avLst/>
          </a:prstGeom>
        </p:spPr>
        <p:txBody>
          <a:bodyPr spcFirstLastPara="1" wrap="square" lIns="91425" tIns="201150" rIns="91425" bIns="91425" anchor="t" anchorCtr="0">
            <a:noAutofit/>
          </a:bodyPr>
          <a:lstStyle>
            <a:lvl1pPr lvl="0" rtl="0">
              <a:lnSpc>
                <a:spcPct val="100000"/>
              </a:lnSpc>
              <a:spcBef>
                <a:spcPts val="0"/>
              </a:spcBef>
              <a:spcAft>
                <a:spcPts val="0"/>
              </a:spcAft>
              <a:buSzPts val="5200"/>
              <a:buFont typeface="Josefin Sans"/>
              <a:buNone/>
              <a:defRPr sz="5200" b="1">
                <a:latin typeface="Josefin Sans"/>
                <a:ea typeface="Josefin Sans"/>
                <a:cs typeface="Josefin Sans"/>
                <a:sym typeface="Josefin Sans"/>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894500" y="2499325"/>
            <a:ext cx="3335700" cy="792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Font typeface="Josefin Sans Light"/>
              <a:buNone/>
              <a:defRPr sz="1800" b="1">
                <a:solidFill>
                  <a:schemeClr val="dk2"/>
                </a:solidFill>
                <a:latin typeface="Josefin Sans"/>
                <a:ea typeface="Josefin Sans"/>
                <a:cs typeface="Josefin Sans"/>
                <a:sym typeface="Josefin Sans"/>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cxnSp>
        <p:nvCxnSpPr>
          <p:cNvPr id="11" name="Google Shape;11;p2"/>
          <p:cNvCxnSpPr/>
          <p:nvPr/>
        </p:nvCxnSpPr>
        <p:spPr>
          <a:xfrm>
            <a:off x="542275" y="758250"/>
            <a:ext cx="0" cy="2878500"/>
          </a:xfrm>
          <a:prstGeom prst="straightConnector1">
            <a:avLst/>
          </a:prstGeom>
          <a:noFill/>
          <a:ln w="114300" cap="flat" cmpd="sng">
            <a:solidFill>
              <a:schemeClr val="accent1"/>
            </a:solidFill>
            <a:prstDash val="solid"/>
            <a:round/>
            <a:headEnd type="none" w="med" len="med"/>
            <a:tailEnd type="none" w="med" len="med"/>
          </a:ln>
        </p:spPr>
      </p:cxnSp>
      <p:cxnSp>
        <p:nvCxnSpPr>
          <p:cNvPr id="12" name="Google Shape;12;p2"/>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925750" y="2130662"/>
            <a:ext cx="3173400" cy="11046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Font typeface="Josefin Sans"/>
              <a:buNone/>
              <a:defRPr sz="36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925751" y="1640525"/>
            <a:ext cx="1724100" cy="841800"/>
          </a:xfrm>
          <a:prstGeom prst="rect">
            <a:avLst/>
          </a:prstGeom>
        </p:spPr>
        <p:txBody>
          <a:bodyPr spcFirstLastPara="1" wrap="square" lIns="91425" tIns="0" rIns="91425" bIns="91425" anchor="b" anchorCtr="0">
            <a:noAutofit/>
          </a:bodyPr>
          <a:lstStyle>
            <a:lvl1pPr lvl="0" rtl="0">
              <a:spcBef>
                <a:spcPts val="0"/>
              </a:spcBef>
              <a:spcAft>
                <a:spcPts val="0"/>
              </a:spcAft>
              <a:buClr>
                <a:schemeClr val="accent1"/>
              </a:buClr>
              <a:buSzPts val="6000"/>
              <a:buFont typeface="Josefin Sans"/>
              <a:buNone/>
              <a:defRPr sz="60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9pPr>
          </a:lstStyle>
          <a:p>
            <a:r>
              <a:t>xx%</a:t>
            </a:r>
          </a:p>
        </p:txBody>
      </p:sp>
      <p:sp>
        <p:nvSpPr>
          <p:cNvPr id="16" name="Google Shape;16;p3"/>
          <p:cNvSpPr txBox="1">
            <a:spLocks noGrp="1"/>
          </p:cNvSpPr>
          <p:nvPr>
            <p:ph type="subTitle" idx="1"/>
          </p:nvPr>
        </p:nvSpPr>
        <p:spPr>
          <a:xfrm>
            <a:off x="925750" y="3471400"/>
            <a:ext cx="3027300" cy="5583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Font typeface="Josefin Sans Light"/>
              <a:buNone/>
              <a:defRPr>
                <a:solidFill>
                  <a:schemeClr val="dk1"/>
                </a:solidFill>
                <a:latin typeface="Josefin Sans"/>
                <a:ea typeface="Josefin Sans"/>
                <a:cs typeface="Josefin Sans"/>
                <a:sym typeface="Josefin Sans"/>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cxnSp>
        <p:nvCxnSpPr>
          <p:cNvPr id="17" name="Google Shape;17;p3"/>
          <p:cNvCxnSpPr/>
          <p:nvPr/>
        </p:nvCxnSpPr>
        <p:spPr>
          <a:xfrm>
            <a:off x="542275" y="1625200"/>
            <a:ext cx="0" cy="2961300"/>
          </a:xfrm>
          <a:prstGeom prst="straightConnector1">
            <a:avLst/>
          </a:prstGeom>
          <a:noFill/>
          <a:ln w="76200" cap="flat" cmpd="sng">
            <a:solidFill>
              <a:schemeClr val="accent1"/>
            </a:solidFill>
            <a:prstDash val="solid"/>
            <a:round/>
            <a:headEnd type="none" w="med" len="med"/>
            <a:tailEnd type="none" w="med" len="med"/>
          </a:ln>
        </p:spPr>
      </p:cxnSp>
      <p:cxnSp>
        <p:nvCxnSpPr>
          <p:cNvPr id="18" name="Google Shape;18;p3"/>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19" name="Google Shape;19;p3"/>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subTitle" idx="1"/>
          </p:nvPr>
        </p:nvSpPr>
        <p:spPr>
          <a:xfrm>
            <a:off x="811600" y="1312075"/>
            <a:ext cx="7628100" cy="3296400"/>
          </a:xfrm>
          <a:prstGeom prst="rect">
            <a:avLst/>
          </a:prstGeom>
          <a:noFill/>
          <a:ln>
            <a:noFill/>
          </a:ln>
        </p:spPr>
        <p:txBody>
          <a:bodyPr spcFirstLastPara="1" wrap="square" lIns="91425" tIns="0" rIns="91425" bIns="91425" anchor="t" anchorCtr="0">
            <a:noAutofit/>
          </a:bodyPr>
          <a:lstStyle>
            <a:lvl1pPr lvl="0" rtl="0">
              <a:spcBef>
                <a:spcPts val="0"/>
              </a:spcBef>
              <a:spcAft>
                <a:spcPts val="0"/>
              </a:spcAft>
              <a:buClr>
                <a:schemeClr val="accent1"/>
              </a:buClr>
              <a:buSzPts val="1200"/>
              <a:buFont typeface="Josefin Sans"/>
              <a:buAutoNum type="arabicPeriod"/>
              <a:defRPr>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rgbClr val="434343"/>
              </a:buClr>
              <a:buSzPts val="1200"/>
              <a:buFont typeface="Roboto Condensed Light"/>
              <a:buAutoNum type="alphaLcPeriod"/>
              <a:defRPr/>
            </a:lvl2pPr>
            <a:lvl3pPr lvl="2" rtl="0">
              <a:lnSpc>
                <a:spcPct val="100000"/>
              </a:lnSpc>
              <a:spcBef>
                <a:spcPts val="0"/>
              </a:spcBef>
              <a:spcAft>
                <a:spcPts val="0"/>
              </a:spcAft>
              <a:buClr>
                <a:srgbClr val="434343"/>
              </a:buClr>
              <a:buSzPts val="1200"/>
              <a:buFont typeface="Roboto Condensed Light"/>
              <a:buAutoNum type="romanLcPeriod"/>
              <a:defRPr/>
            </a:lvl3pPr>
            <a:lvl4pPr lvl="3" rtl="0">
              <a:lnSpc>
                <a:spcPct val="100000"/>
              </a:lnSpc>
              <a:spcBef>
                <a:spcPts val="0"/>
              </a:spcBef>
              <a:spcAft>
                <a:spcPts val="0"/>
              </a:spcAft>
              <a:buClr>
                <a:srgbClr val="434343"/>
              </a:buClr>
              <a:buSzPts val="1200"/>
              <a:buFont typeface="Roboto Condensed Light"/>
              <a:buAutoNum type="arabicPeriod"/>
              <a:defRPr/>
            </a:lvl4pPr>
            <a:lvl5pPr lvl="4" rtl="0">
              <a:lnSpc>
                <a:spcPct val="100000"/>
              </a:lnSpc>
              <a:spcBef>
                <a:spcPts val="0"/>
              </a:spcBef>
              <a:spcAft>
                <a:spcPts val="0"/>
              </a:spcAft>
              <a:buClr>
                <a:srgbClr val="434343"/>
              </a:buClr>
              <a:buSzPts val="1200"/>
              <a:buFont typeface="Roboto Condensed Light"/>
              <a:buAutoNum type="alphaLcPeriod"/>
              <a:defRPr/>
            </a:lvl5pPr>
            <a:lvl6pPr lvl="5" rtl="0">
              <a:lnSpc>
                <a:spcPct val="100000"/>
              </a:lnSpc>
              <a:spcBef>
                <a:spcPts val="0"/>
              </a:spcBef>
              <a:spcAft>
                <a:spcPts val="0"/>
              </a:spcAft>
              <a:buClr>
                <a:srgbClr val="434343"/>
              </a:buClr>
              <a:buSzPts val="1200"/>
              <a:buFont typeface="Roboto Condensed Light"/>
              <a:buAutoNum type="romanLcPeriod"/>
              <a:defRPr/>
            </a:lvl6pPr>
            <a:lvl7pPr lvl="6" rtl="0">
              <a:lnSpc>
                <a:spcPct val="100000"/>
              </a:lnSpc>
              <a:spcBef>
                <a:spcPts val="0"/>
              </a:spcBef>
              <a:spcAft>
                <a:spcPts val="0"/>
              </a:spcAft>
              <a:buClr>
                <a:srgbClr val="434343"/>
              </a:buClr>
              <a:buSzPts val="1200"/>
              <a:buFont typeface="Roboto Condensed Light"/>
              <a:buAutoNum type="arabicPeriod"/>
              <a:defRPr/>
            </a:lvl7pPr>
            <a:lvl8pPr lvl="7" rtl="0">
              <a:lnSpc>
                <a:spcPct val="100000"/>
              </a:lnSpc>
              <a:spcBef>
                <a:spcPts val="0"/>
              </a:spcBef>
              <a:spcAft>
                <a:spcPts val="0"/>
              </a:spcAft>
              <a:buClr>
                <a:srgbClr val="434343"/>
              </a:buClr>
              <a:buSzPts val="1200"/>
              <a:buFont typeface="Roboto Condensed Light"/>
              <a:buAutoNum type="alphaLcPeriod"/>
              <a:defRPr/>
            </a:lvl8pPr>
            <a:lvl9pPr lvl="8" rtl="0">
              <a:lnSpc>
                <a:spcPct val="100000"/>
              </a:lnSpc>
              <a:spcBef>
                <a:spcPts val="0"/>
              </a:spcBef>
              <a:spcAft>
                <a:spcPts val="0"/>
              </a:spcAft>
              <a:buClr>
                <a:srgbClr val="434343"/>
              </a:buClr>
              <a:buSzPts val="1200"/>
              <a:buFont typeface="Roboto Condensed Light"/>
              <a:buAutoNum type="romanLcPeriod"/>
              <a:defRPr/>
            </a:lvl9pPr>
          </a:lstStyle>
          <a:p>
            <a:endParaRPr/>
          </a:p>
        </p:txBody>
      </p:sp>
      <p:sp>
        <p:nvSpPr>
          <p:cNvPr id="22" name="Google Shape;22;p4"/>
          <p:cNvSpPr txBox="1">
            <a:spLocks noGrp="1"/>
          </p:cNvSpPr>
          <p:nvPr>
            <p:ph type="title"/>
          </p:nvPr>
        </p:nvSpPr>
        <p:spPr>
          <a:xfrm>
            <a:off x="1470900" y="476534"/>
            <a:ext cx="6202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23" name="Google Shape;23;p4"/>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24" name="Google Shape;24;p4"/>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subTitle" idx="1"/>
          </p:nvPr>
        </p:nvSpPr>
        <p:spPr>
          <a:xfrm>
            <a:off x="2206925" y="3042799"/>
            <a:ext cx="2263500" cy="8289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1600"/>
              <a:buFont typeface="Josefin Sans Light"/>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27" name="Google Shape;27;p5"/>
          <p:cNvSpPr txBox="1">
            <a:spLocks noGrp="1"/>
          </p:cNvSpPr>
          <p:nvPr>
            <p:ph type="subTitle" idx="2"/>
          </p:nvPr>
        </p:nvSpPr>
        <p:spPr>
          <a:xfrm>
            <a:off x="5045075" y="3042799"/>
            <a:ext cx="2263500" cy="8289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1600"/>
              <a:buFont typeface="Josefin Sans Light"/>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28" name="Google Shape;28;p5"/>
          <p:cNvSpPr txBox="1">
            <a:spLocks noGrp="1"/>
          </p:cNvSpPr>
          <p:nvPr>
            <p:ph type="subTitle" idx="3"/>
          </p:nvPr>
        </p:nvSpPr>
        <p:spPr>
          <a:xfrm>
            <a:off x="2206913" y="2478641"/>
            <a:ext cx="2263500" cy="393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5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9pPr>
          </a:lstStyle>
          <a:p>
            <a:endParaRPr/>
          </a:p>
        </p:txBody>
      </p:sp>
      <p:sp>
        <p:nvSpPr>
          <p:cNvPr id="29" name="Google Shape;29;p5"/>
          <p:cNvSpPr txBox="1">
            <a:spLocks noGrp="1"/>
          </p:cNvSpPr>
          <p:nvPr>
            <p:ph type="subTitle" idx="4"/>
          </p:nvPr>
        </p:nvSpPr>
        <p:spPr>
          <a:xfrm>
            <a:off x="5045063" y="2478641"/>
            <a:ext cx="2263500" cy="393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5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9pPr>
          </a:lstStyle>
          <a:p>
            <a:endParaRPr/>
          </a:p>
        </p:txBody>
      </p:sp>
      <p:sp>
        <p:nvSpPr>
          <p:cNvPr id="30" name="Google Shape;30;p5"/>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1" name="Google Shape;31;p5"/>
          <p:cNvSpPr txBox="1">
            <a:spLocks noGrp="1"/>
          </p:cNvSpPr>
          <p:nvPr>
            <p:ph type="title" idx="5"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32" name="Google Shape;32;p5"/>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sp>
        <p:nvSpPr>
          <p:cNvPr id="33" name="Google Shape;33;p5"/>
          <p:cNvSpPr txBox="1">
            <a:spLocks noGrp="1"/>
          </p:cNvSpPr>
          <p:nvPr>
            <p:ph type="title" idx="6"/>
          </p:nvPr>
        </p:nvSpPr>
        <p:spPr>
          <a:xfrm>
            <a:off x="1470900" y="476534"/>
            <a:ext cx="6202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4" name="Google Shape;34;p5"/>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35" name="Google Shape;35;p5"/>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8" name="Google Shape;38;p6"/>
          <p:cNvSpPr txBox="1">
            <a:spLocks noGrp="1"/>
          </p:cNvSpPr>
          <p:nvPr>
            <p:ph type="title" idx="2"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39" name="Google Shape;39;p6"/>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sp>
        <p:nvSpPr>
          <p:cNvPr id="40" name="Google Shape;40;p6"/>
          <p:cNvSpPr txBox="1">
            <a:spLocks noGrp="1"/>
          </p:cNvSpPr>
          <p:nvPr>
            <p:ph type="title" idx="3"/>
          </p:nvPr>
        </p:nvSpPr>
        <p:spPr>
          <a:xfrm>
            <a:off x="1470900" y="476534"/>
            <a:ext cx="6202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1" name="Google Shape;41;p6"/>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42" name="Google Shape;42;p6"/>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5" name="Google Shape;45;p7"/>
          <p:cNvSpPr txBox="1">
            <a:spLocks noGrp="1"/>
          </p:cNvSpPr>
          <p:nvPr>
            <p:ph type="title" idx="2"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46" name="Google Shape;46;p7"/>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sp>
        <p:nvSpPr>
          <p:cNvPr id="47" name="Google Shape;47;p7"/>
          <p:cNvSpPr txBox="1">
            <a:spLocks noGrp="1"/>
          </p:cNvSpPr>
          <p:nvPr>
            <p:ph type="subTitle" idx="1"/>
          </p:nvPr>
        </p:nvSpPr>
        <p:spPr>
          <a:xfrm>
            <a:off x="1410325" y="1727250"/>
            <a:ext cx="5264700" cy="2321100"/>
          </a:xfrm>
          <a:prstGeom prst="rect">
            <a:avLst/>
          </a:prstGeom>
          <a:solidFill>
            <a:schemeClr val="lt1"/>
          </a:solidFill>
          <a:ln>
            <a:noFill/>
          </a:ln>
        </p:spPr>
        <p:txBody>
          <a:bodyPr spcFirstLastPara="1" wrap="square" lIns="91425" tIns="182875" rIns="91425" bIns="0" anchor="ctr" anchorCtr="0">
            <a:noAutofit/>
          </a:bodyPr>
          <a:lstStyle>
            <a:lvl1pPr lvl="0" rtl="0">
              <a:lnSpc>
                <a:spcPct val="100000"/>
              </a:lnSpc>
              <a:spcBef>
                <a:spcPts val="0"/>
              </a:spcBef>
              <a:spcAft>
                <a:spcPts val="0"/>
              </a:spcAft>
              <a:buClr>
                <a:schemeClr val="dk1"/>
              </a:buClr>
              <a:buSzPts val="1600"/>
              <a:buFont typeface="Josefin Sans Light"/>
              <a:buChar char="●"/>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Char char="○"/>
              <a:defRPr>
                <a:solidFill>
                  <a:schemeClr val="dk1"/>
                </a:solidFill>
              </a:defRPr>
            </a:lvl2pPr>
            <a:lvl3pPr lvl="2" rtl="0">
              <a:lnSpc>
                <a:spcPct val="100000"/>
              </a:lnSpc>
              <a:spcBef>
                <a:spcPts val="0"/>
              </a:spcBef>
              <a:spcAft>
                <a:spcPts val="0"/>
              </a:spcAft>
              <a:buClr>
                <a:schemeClr val="dk1"/>
              </a:buClr>
              <a:buSzPts val="1400"/>
              <a:buChar char="■"/>
              <a:defRPr>
                <a:solidFill>
                  <a:schemeClr val="dk1"/>
                </a:solidFill>
              </a:defRPr>
            </a:lvl3pPr>
            <a:lvl4pPr lvl="3" rtl="0">
              <a:lnSpc>
                <a:spcPct val="100000"/>
              </a:lnSpc>
              <a:spcBef>
                <a:spcPts val="0"/>
              </a:spcBef>
              <a:spcAft>
                <a:spcPts val="0"/>
              </a:spcAft>
              <a:buClr>
                <a:schemeClr val="dk1"/>
              </a:buClr>
              <a:buSzPts val="1400"/>
              <a:buChar char="●"/>
              <a:defRPr>
                <a:solidFill>
                  <a:schemeClr val="dk1"/>
                </a:solidFill>
              </a:defRPr>
            </a:lvl4pPr>
            <a:lvl5pPr lvl="4" rtl="0">
              <a:lnSpc>
                <a:spcPct val="100000"/>
              </a:lnSpc>
              <a:spcBef>
                <a:spcPts val="0"/>
              </a:spcBef>
              <a:spcAft>
                <a:spcPts val="0"/>
              </a:spcAft>
              <a:buClr>
                <a:schemeClr val="dk1"/>
              </a:buClr>
              <a:buSzPts val="1400"/>
              <a:buChar char="○"/>
              <a:defRPr>
                <a:solidFill>
                  <a:schemeClr val="dk1"/>
                </a:solidFill>
              </a:defRPr>
            </a:lvl5pPr>
            <a:lvl6pPr lvl="5" rtl="0">
              <a:lnSpc>
                <a:spcPct val="100000"/>
              </a:lnSpc>
              <a:spcBef>
                <a:spcPts val="0"/>
              </a:spcBef>
              <a:spcAft>
                <a:spcPts val="0"/>
              </a:spcAft>
              <a:buClr>
                <a:schemeClr val="dk1"/>
              </a:buClr>
              <a:buSzPts val="1400"/>
              <a:buChar char="■"/>
              <a:defRPr>
                <a:solidFill>
                  <a:schemeClr val="dk1"/>
                </a:solidFill>
              </a:defRPr>
            </a:lvl6pPr>
            <a:lvl7pPr lvl="6" rtl="0">
              <a:lnSpc>
                <a:spcPct val="100000"/>
              </a:lnSpc>
              <a:spcBef>
                <a:spcPts val="0"/>
              </a:spcBef>
              <a:spcAft>
                <a:spcPts val="0"/>
              </a:spcAft>
              <a:buClr>
                <a:schemeClr val="dk1"/>
              </a:buClr>
              <a:buSzPts val="1400"/>
              <a:buChar char="●"/>
              <a:defRPr>
                <a:solidFill>
                  <a:schemeClr val="dk1"/>
                </a:solidFill>
              </a:defRPr>
            </a:lvl7pPr>
            <a:lvl8pPr lvl="7" rtl="0">
              <a:lnSpc>
                <a:spcPct val="100000"/>
              </a:lnSpc>
              <a:spcBef>
                <a:spcPts val="0"/>
              </a:spcBef>
              <a:spcAft>
                <a:spcPts val="0"/>
              </a:spcAft>
              <a:buClr>
                <a:schemeClr val="dk1"/>
              </a:buClr>
              <a:buSzPts val="1400"/>
              <a:buChar char="○"/>
              <a:defRPr>
                <a:solidFill>
                  <a:schemeClr val="dk1"/>
                </a:solidFill>
              </a:defRPr>
            </a:lvl8pPr>
            <a:lvl9pPr lvl="8" rtl="0">
              <a:lnSpc>
                <a:spcPct val="100000"/>
              </a:lnSpc>
              <a:spcBef>
                <a:spcPts val="0"/>
              </a:spcBef>
              <a:spcAft>
                <a:spcPts val="0"/>
              </a:spcAft>
              <a:buClr>
                <a:schemeClr val="dk1"/>
              </a:buClr>
              <a:buSzPts val="1400"/>
              <a:buChar char="■"/>
              <a:defRPr>
                <a:solidFill>
                  <a:schemeClr val="dk1"/>
                </a:solidFill>
              </a:defRPr>
            </a:lvl9pPr>
          </a:lstStyle>
          <a:p>
            <a:endParaRPr/>
          </a:p>
        </p:txBody>
      </p:sp>
      <p:sp>
        <p:nvSpPr>
          <p:cNvPr id="48" name="Google Shape;48;p7"/>
          <p:cNvSpPr txBox="1">
            <a:spLocks noGrp="1"/>
          </p:cNvSpPr>
          <p:nvPr>
            <p:ph type="title" idx="3"/>
          </p:nvPr>
        </p:nvSpPr>
        <p:spPr>
          <a:xfrm>
            <a:off x="713225" y="476525"/>
            <a:ext cx="6960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9" name="Google Shape;49;p7"/>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50" name="Google Shape;50;p7"/>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1"/>
        <p:cNvGrpSpPr/>
        <p:nvPr/>
      </p:nvGrpSpPr>
      <p:grpSpPr>
        <a:xfrm>
          <a:off x="0" y="0"/>
          <a:ext cx="0" cy="0"/>
          <a:chOff x="0" y="0"/>
          <a:chExt cx="0" cy="0"/>
        </a:xfrm>
      </p:grpSpPr>
      <p:sp>
        <p:nvSpPr>
          <p:cNvPr id="52" name="Google Shape;52;p8"/>
          <p:cNvSpPr/>
          <p:nvPr/>
        </p:nvSpPr>
        <p:spPr>
          <a:xfrm>
            <a:off x="1155750" y="1242000"/>
            <a:ext cx="6832500" cy="22404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D0000"/>
              </a:solidFill>
            </a:endParaRPr>
          </a:p>
        </p:txBody>
      </p:sp>
      <p:sp>
        <p:nvSpPr>
          <p:cNvPr id="53" name="Google Shape;53;p8"/>
          <p:cNvSpPr txBox="1">
            <a:spLocks noGrp="1"/>
          </p:cNvSpPr>
          <p:nvPr>
            <p:ph type="title"/>
          </p:nvPr>
        </p:nvSpPr>
        <p:spPr>
          <a:xfrm>
            <a:off x="2062125" y="1914000"/>
            <a:ext cx="5609400" cy="896400"/>
          </a:xfrm>
          <a:prstGeom prst="rect">
            <a:avLst/>
          </a:prstGeom>
        </p:spPr>
        <p:txBody>
          <a:bodyPr spcFirstLastPara="1" wrap="square" lIns="91425" tIns="201150" rIns="91425" bIns="91425" anchor="t" anchorCtr="0">
            <a:noAutofit/>
          </a:bodyPr>
          <a:lstStyle>
            <a:lvl1pPr lvl="0" rtl="0">
              <a:spcBef>
                <a:spcPts val="0"/>
              </a:spcBef>
              <a:spcAft>
                <a:spcPts val="0"/>
              </a:spcAft>
              <a:buSzPts val="2800"/>
              <a:buFont typeface="Josefin Sans"/>
              <a:buNone/>
              <a:defRPr sz="5200"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4" name="Google Shape;54;p8"/>
          <p:cNvSpPr txBox="1">
            <a:spLocks noGrp="1"/>
          </p:cNvSpPr>
          <p:nvPr>
            <p:ph type="title" idx="2"/>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5" name="Google Shape;55;p8"/>
          <p:cNvSpPr txBox="1">
            <a:spLocks noGrp="1"/>
          </p:cNvSpPr>
          <p:nvPr>
            <p:ph type="title" idx="3"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56" name="Google Shape;56;p8"/>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cxnSp>
        <p:nvCxnSpPr>
          <p:cNvPr id="57" name="Google Shape;57;p8"/>
          <p:cNvCxnSpPr/>
          <p:nvPr/>
        </p:nvCxnSpPr>
        <p:spPr>
          <a:xfrm rot="10800000">
            <a:off x="2184088" y="1867800"/>
            <a:ext cx="312900" cy="0"/>
          </a:xfrm>
          <a:prstGeom prst="straightConnector1">
            <a:avLst/>
          </a:prstGeom>
          <a:noFill/>
          <a:ln w="76200" cap="flat" cmpd="sng">
            <a:solidFill>
              <a:schemeClr val="accent1"/>
            </a:solidFill>
            <a:prstDash val="solid"/>
            <a:round/>
            <a:headEnd type="none" w="med" len="med"/>
            <a:tailEnd type="none" w="med" len="med"/>
          </a:ln>
        </p:spPr>
      </p:cxnSp>
      <p:cxnSp>
        <p:nvCxnSpPr>
          <p:cNvPr id="58" name="Google Shape;58;p8"/>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59" name="Google Shape;59;p8"/>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692450" y="913800"/>
            <a:ext cx="3796500" cy="490500"/>
          </a:xfrm>
          <a:prstGeom prst="rect">
            <a:avLst/>
          </a:prstGeom>
        </p:spPr>
        <p:txBody>
          <a:bodyPr spcFirstLastPara="1" wrap="square" lIns="91425" tIns="0" rIns="91425" bIns="91425" anchor="t" anchorCtr="0">
            <a:noAutofit/>
          </a:bodyPr>
          <a:lstStyle>
            <a:lvl1pPr lvl="0" rtl="0">
              <a:spcBef>
                <a:spcPts val="0"/>
              </a:spcBef>
              <a:spcAft>
                <a:spcPts val="0"/>
              </a:spcAft>
              <a:buSzPts val="3600"/>
              <a:buFont typeface="Josefin Sans"/>
              <a:buNone/>
              <a:defRPr sz="36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2" name="Google Shape;62;p9"/>
          <p:cNvSpPr txBox="1">
            <a:spLocks noGrp="1"/>
          </p:cNvSpPr>
          <p:nvPr>
            <p:ph type="subTitle" idx="1"/>
          </p:nvPr>
        </p:nvSpPr>
        <p:spPr>
          <a:xfrm>
            <a:off x="3644450" y="1652275"/>
            <a:ext cx="3384000" cy="2350800"/>
          </a:xfrm>
          <a:prstGeom prst="rect">
            <a:avLst/>
          </a:prstGeom>
          <a:solidFill>
            <a:schemeClr val="lt1"/>
          </a:solidFill>
          <a:ln>
            <a:noFill/>
          </a:ln>
        </p:spPr>
        <p:txBody>
          <a:bodyPr spcFirstLastPara="1" wrap="square" lIns="91425" tIns="0" rIns="91425" bIns="91425" anchor="t" anchorCtr="0">
            <a:noAutofit/>
          </a:bodyPr>
          <a:lstStyle>
            <a:lvl1pPr lvl="0" rtl="0">
              <a:lnSpc>
                <a:spcPct val="100000"/>
              </a:lnSpc>
              <a:spcBef>
                <a:spcPts val="0"/>
              </a:spcBef>
              <a:spcAft>
                <a:spcPts val="0"/>
              </a:spcAft>
              <a:buClr>
                <a:schemeClr val="dk1"/>
              </a:buClr>
              <a:buSzPts val="1200"/>
              <a:buFont typeface="Open Sans"/>
              <a:buAutoNum type="arabicPeriod"/>
              <a:defRPr sz="16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rgbClr val="434343"/>
              </a:buClr>
              <a:buSzPts val="1200"/>
              <a:buFont typeface="Roboto Condensed Light"/>
              <a:buAutoNum type="alphaLcPeriod"/>
              <a:defRPr/>
            </a:lvl2pPr>
            <a:lvl3pPr lvl="2" rtl="0">
              <a:lnSpc>
                <a:spcPct val="100000"/>
              </a:lnSpc>
              <a:spcBef>
                <a:spcPts val="0"/>
              </a:spcBef>
              <a:spcAft>
                <a:spcPts val="0"/>
              </a:spcAft>
              <a:buClr>
                <a:srgbClr val="434343"/>
              </a:buClr>
              <a:buSzPts val="1200"/>
              <a:buFont typeface="Roboto Condensed Light"/>
              <a:buAutoNum type="romanLcPeriod"/>
              <a:defRPr/>
            </a:lvl3pPr>
            <a:lvl4pPr lvl="3" rtl="0">
              <a:lnSpc>
                <a:spcPct val="100000"/>
              </a:lnSpc>
              <a:spcBef>
                <a:spcPts val="0"/>
              </a:spcBef>
              <a:spcAft>
                <a:spcPts val="0"/>
              </a:spcAft>
              <a:buClr>
                <a:srgbClr val="434343"/>
              </a:buClr>
              <a:buSzPts val="1200"/>
              <a:buFont typeface="Roboto Condensed Light"/>
              <a:buAutoNum type="arabicPeriod"/>
              <a:defRPr/>
            </a:lvl4pPr>
            <a:lvl5pPr lvl="4" rtl="0">
              <a:lnSpc>
                <a:spcPct val="100000"/>
              </a:lnSpc>
              <a:spcBef>
                <a:spcPts val="0"/>
              </a:spcBef>
              <a:spcAft>
                <a:spcPts val="0"/>
              </a:spcAft>
              <a:buClr>
                <a:srgbClr val="434343"/>
              </a:buClr>
              <a:buSzPts val="1200"/>
              <a:buFont typeface="Roboto Condensed Light"/>
              <a:buAutoNum type="alphaLcPeriod"/>
              <a:defRPr/>
            </a:lvl5pPr>
            <a:lvl6pPr lvl="5" rtl="0">
              <a:lnSpc>
                <a:spcPct val="100000"/>
              </a:lnSpc>
              <a:spcBef>
                <a:spcPts val="0"/>
              </a:spcBef>
              <a:spcAft>
                <a:spcPts val="0"/>
              </a:spcAft>
              <a:buClr>
                <a:srgbClr val="434343"/>
              </a:buClr>
              <a:buSzPts val="1200"/>
              <a:buFont typeface="Roboto Condensed Light"/>
              <a:buAutoNum type="romanLcPeriod"/>
              <a:defRPr/>
            </a:lvl6pPr>
            <a:lvl7pPr lvl="6" rtl="0">
              <a:lnSpc>
                <a:spcPct val="100000"/>
              </a:lnSpc>
              <a:spcBef>
                <a:spcPts val="0"/>
              </a:spcBef>
              <a:spcAft>
                <a:spcPts val="0"/>
              </a:spcAft>
              <a:buClr>
                <a:srgbClr val="434343"/>
              </a:buClr>
              <a:buSzPts val="1200"/>
              <a:buFont typeface="Roboto Condensed Light"/>
              <a:buAutoNum type="arabicPeriod"/>
              <a:defRPr/>
            </a:lvl7pPr>
            <a:lvl8pPr lvl="7" rtl="0">
              <a:lnSpc>
                <a:spcPct val="100000"/>
              </a:lnSpc>
              <a:spcBef>
                <a:spcPts val="0"/>
              </a:spcBef>
              <a:spcAft>
                <a:spcPts val="0"/>
              </a:spcAft>
              <a:buClr>
                <a:srgbClr val="434343"/>
              </a:buClr>
              <a:buSzPts val="1200"/>
              <a:buFont typeface="Roboto Condensed Light"/>
              <a:buAutoNum type="alphaLcPeriod"/>
              <a:defRPr/>
            </a:lvl8pPr>
            <a:lvl9pPr lvl="8" rtl="0">
              <a:lnSpc>
                <a:spcPct val="100000"/>
              </a:lnSpc>
              <a:spcBef>
                <a:spcPts val="0"/>
              </a:spcBef>
              <a:spcAft>
                <a:spcPts val="0"/>
              </a:spcAft>
              <a:buClr>
                <a:srgbClr val="434343"/>
              </a:buClr>
              <a:buSzPts val="1200"/>
              <a:buFont typeface="Roboto Condensed Light"/>
              <a:buAutoNum type="romanLcPeriod"/>
              <a:defRPr/>
            </a:lvl9pPr>
          </a:lstStyle>
          <a:p>
            <a:endParaRPr/>
          </a:p>
        </p:txBody>
      </p:sp>
      <p:sp>
        <p:nvSpPr>
          <p:cNvPr id="63" name="Google Shape;63;p9"/>
          <p:cNvSpPr txBox="1">
            <a:spLocks noGrp="1"/>
          </p:cNvSpPr>
          <p:nvPr>
            <p:ph type="title" idx="2"/>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4" name="Google Shape;64;p9"/>
          <p:cNvSpPr txBox="1">
            <a:spLocks noGrp="1"/>
          </p:cNvSpPr>
          <p:nvPr>
            <p:ph type="title" idx="3"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65" name="Google Shape;65;p9"/>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cxnSp>
        <p:nvCxnSpPr>
          <p:cNvPr id="66" name="Google Shape;66;p9"/>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67" name="Google Shape;67;p9"/>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cxnSp>
        <p:nvCxnSpPr>
          <p:cNvPr id="68" name="Google Shape;68;p9"/>
          <p:cNvCxnSpPr/>
          <p:nvPr/>
        </p:nvCxnSpPr>
        <p:spPr>
          <a:xfrm>
            <a:off x="737600" y="701450"/>
            <a:ext cx="2710500" cy="0"/>
          </a:xfrm>
          <a:prstGeom prst="straightConnector1">
            <a:avLst/>
          </a:prstGeom>
          <a:noFill/>
          <a:ln w="76200" cap="flat" cmpd="sng">
            <a:solidFill>
              <a:schemeClr val="accent1"/>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9"/>
        <p:cNvGrpSpPr/>
        <p:nvPr/>
      </p:nvGrpSpPr>
      <p:grpSpPr>
        <a:xfrm>
          <a:off x="0" y="0"/>
          <a:ext cx="0" cy="0"/>
          <a:chOff x="0" y="0"/>
          <a:chExt cx="0" cy="0"/>
        </a:xfrm>
      </p:grpSpPr>
      <p:sp>
        <p:nvSpPr>
          <p:cNvPr id="70" name="Google Shape;70;p10"/>
          <p:cNvSpPr txBox="1">
            <a:spLocks noGrp="1"/>
          </p:cNvSpPr>
          <p:nvPr>
            <p:ph type="title"/>
          </p:nvPr>
        </p:nvSpPr>
        <p:spPr>
          <a:xfrm>
            <a:off x="915200" y="752100"/>
            <a:ext cx="2075700" cy="17445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Josefin Sans"/>
              <a:buNone/>
              <a:defRPr b="1">
                <a:solidFill>
                  <a:schemeClr val="accent1"/>
                </a:solidFill>
                <a:latin typeface="Josefin Sans"/>
                <a:ea typeface="Josefin Sans"/>
                <a:cs typeface="Josefin Sans"/>
                <a:sym typeface="Josefin Sans"/>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cxnSp>
        <p:nvCxnSpPr>
          <p:cNvPr id="71" name="Google Shape;71;p10"/>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72" name="Google Shape;72;p10"/>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75" name="Google Shape;75;p11"/>
          <p:cNvSpPr txBox="1">
            <a:spLocks noGrp="1"/>
          </p:cNvSpPr>
          <p:nvPr>
            <p:ph type="title" idx="2"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76" name="Google Shape;76;p11"/>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sp>
        <p:nvSpPr>
          <p:cNvPr id="77" name="Google Shape;77;p11"/>
          <p:cNvSpPr txBox="1">
            <a:spLocks noGrp="1"/>
          </p:cNvSpPr>
          <p:nvPr>
            <p:ph type="subTitle" idx="1"/>
          </p:nvPr>
        </p:nvSpPr>
        <p:spPr>
          <a:xfrm>
            <a:off x="1835950" y="2628600"/>
            <a:ext cx="4772100" cy="296100"/>
          </a:xfrm>
          <a:prstGeom prst="rect">
            <a:avLst/>
          </a:prstGeom>
          <a:noFill/>
          <a:ln>
            <a:noFill/>
          </a:ln>
        </p:spPr>
        <p:txBody>
          <a:bodyPr spcFirstLastPara="1" wrap="square" lIns="91425" tIns="0" rIns="91425" bIns="0" anchor="t" anchorCtr="0">
            <a:noAutofit/>
          </a:bodyPr>
          <a:lstStyle>
            <a:lvl1pPr lvl="0" rtl="0">
              <a:lnSpc>
                <a:spcPct val="100000"/>
              </a:lnSpc>
              <a:spcBef>
                <a:spcPts val="0"/>
              </a:spcBef>
              <a:spcAft>
                <a:spcPts val="0"/>
              </a:spcAft>
              <a:buClr>
                <a:schemeClr val="dk1"/>
              </a:buClr>
              <a:buSzPts val="2000"/>
              <a:buFont typeface="Josefin Sans"/>
              <a:buNone/>
              <a:defRPr sz="18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78" name="Google Shape;78;p11"/>
          <p:cNvSpPr txBox="1">
            <a:spLocks noGrp="1"/>
          </p:cNvSpPr>
          <p:nvPr>
            <p:ph type="title" idx="3" hasCustomPrompt="1"/>
          </p:nvPr>
        </p:nvSpPr>
        <p:spPr>
          <a:xfrm>
            <a:off x="1835725" y="1786800"/>
            <a:ext cx="5837100" cy="841800"/>
          </a:xfrm>
          <a:prstGeom prst="rect">
            <a:avLst/>
          </a:prstGeom>
        </p:spPr>
        <p:txBody>
          <a:bodyPr spcFirstLastPara="1" wrap="square" lIns="91425" tIns="0" rIns="91425" bIns="91425" anchor="b" anchorCtr="0">
            <a:noAutofit/>
          </a:bodyPr>
          <a:lstStyle>
            <a:lvl1pPr marL="0" marR="0" lvl="0" indent="0" algn="l" rtl="0">
              <a:lnSpc>
                <a:spcPct val="100000"/>
              </a:lnSpc>
              <a:spcBef>
                <a:spcPts val="0"/>
              </a:spcBef>
              <a:spcAft>
                <a:spcPts val="0"/>
              </a:spcAft>
              <a:buClr>
                <a:schemeClr val="dk1"/>
              </a:buClr>
              <a:buSzPts val="3600"/>
              <a:buFont typeface="Josefin Sans"/>
              <a:buNone/>
              <a:defRPr sz="7100">
                <a:solidFill>
                  <a:schemeClr val="accent1"/>
                </a:solidFill>
              </a:defRPr>
            </a:lvl1pPr>
            <a:lvl2pPr lvl="1"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9pPr>
          </a:lstStyle>
          <a:p>
            <a:r>
              <a:t>xx%</a:t>
            </a:r>
          </a:p>
        </p:txBody>
      </p:sp>
      <p:cxnSp>
        <p:nvCxnSpPr>
          <p:cNvPr id="79" name="Google Shape;79;p11"/>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80" name="Google Shape;80;p11"/>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cxnSp>
        <p:nvCxnSpPr>
          <p:cNvPr id="81" name="Google Shape;81;p11"/>
          <p:cNvCxnSpPr/>
          <p:nvPr/>
        </p:nvCxnSpPr>
        <p:spPr>
          <a:xfrm>
            <a:off x="1835950" y="1276675"/>
            <a:ext cx="2710500" cy="0"/>
          </a:xfrm>
          <a:prstGeom prst="straightConnector1">
            <a:avLst/>
          </a:prstGeom>
          <a:noFill/>
          <a:ln w="76200" cap="flat" cmpd="sng">
            <a:solidFill>
              <a:schemeClr val="accent1"/>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2">
    <p:spTree>
      <p:nvGrpSpPr>
        <p:cNvPr id="1" name="Shape 83"/>
        <p:cNvGrpSpPr/>
        <p:nvPr/>
      </p:nvGrpSpPr>
      <p:grpSpPr>
        <a:xfrm>
          <a:off x="0" y="0"/>
          <a:ext cx="0" cy="0"/>
          <a:chOff x="0" y="0"/>
          <a:chExt cx="0" cy="0"/>
        </a:xfrm>
      </p:grpSpPr>
      <p:cxnSp>
        <p:nvCxnSpPr>
          <p:cNvPr id="84" name="Google Shape;84;p13"/>
          <p:cNvCxnSpPr/>
          <p:nvPr/>
        </p:nvCxnSpPr>
        <p:spPr>
          <a:xfrm>
            <a:off x="-14031" y="1217264"/>
            <a:ext cx="3594900" cy="0"/>
          </a:xfrm>
          <a:prstGeom prst="straightConnector1">
            <a:avLst/>
          </a:prstGeom>
          <a:noFill/>
          <a:ln w="9525" cap="flat" cmpd="sng">
            <a:solidFill>
              <a:schemeClr val="accent1"/>
            </a:solidFill>
            <a:prstDash val="solid"/>
            <a:round/>
            <a:headEnd type="none" w="med" len="med"/>
            <a:tailEnd type="none" w="med" len="med"/>
          </a:ln>
        </p:spPr>
      </p:cxnSp>
      <p:sp>
        <p:nvSpPr>
          <p:cNvPr id="85" name="Google Shape;85;p13"/>
          <p:cNvSpPr txBox="1">
            <a:spLocks noGrp="1"/>
          </p:cNvSpPr>
          <p:nvPr>
            <p:ph type="title"/>
          </p:nvPr>
        </p:nvSpPr>
        <p:spPr>
          <a:xfrm>
            <a:off x="1697700" y="1738964"/>
            <a:ext cx="29631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Josefin Sans"/>
              <a:buNone/>
              <a:defRPr sz="1800" b="1">
                <a:latin typeface="Josefin Sans"/>
                <a:ea typeface="Josefin Sans"/>
                <a:cs typeface="Josefin Sans"/>
                <a:sym typeface="Josefin Sans"/>
              </a:defRPr>
            </a:lvl1pPr>
            <a:lvl2pPr lvl="1" rtl="0">
              <a:spcBef>
                <a:spcPts val="0"/>
              </a:spcBef>
              <a:spcAft>
                <a:spcPts val="0"/>
              </a:spcAft>
              <a:buSzPts val="2400"/>
              <a:buFont typeface="Josefin Sans"/>
              <a:buNone/>
              <a:defRPr sz="2400" b="1">
                <a:latin typeface="Josefin Sans"/>
                <a:ea typeface="Josefin Sans"/>
                <a:cs typeface="Josefin Sans"/>
                <a:sym typeface="Josefin Sans"/>
              </a:defRPr>
            </a:lvl2pPr>
            <a:lvl3pPr lvl="2" rtl="0">
              <a:spcBef>
                <a:spcPts val="0"/>
              </a:spcBef>
              <a:spcAft>
                <a:spcPts val="0"/>
              </a:spcAft>
              <a:buSzPts val="2400"/>
              <a:buFont typeface="Josefin Sans"/>
              <a:buNone/>
              <a:defRPr sz="2400" b="1">
                <a:latin typeface="Josefin Sans"/>
                <a:ea typeface="Josefin Sans"/>
                <a:cs typeface="Josefin Sans"/>
                <a:sym typeface="Josefin Sans"/>
              </a:defRPr>
            </a:lvl3pPr>
            <a:lvl4pPr lvl="3" rtl="0">
              <a:spcBef>
                <a:spcPts val="0"/>
              </a:spcBef>
              <a:spcAft>
                <a:spcPts val="0"/>
              </a:spcAft>
              <a:buSzPts val="2400"/>
              <a:buFont typeface="Josefin Sans"/>
              <a:buNone/>
              <a:defRPr sz="2400" b="1">
                <a:latin typeface="Josefin Sans"/>
                <a:ea typeface="Josefin Sans"/>
                <a:cs typeface="Josefin Sans"/>
                <a:sym typeface="Josefin Sans"/>
              </a:defRPr>
            </a:lvl4pPr>
            <a:lvl5pPr lvl="4" rtl="0">
              <a:spcBef>
                <a:spcPts val="0"/>
              </a:spcBef>
              <a:spcAft>
                <a:spcPts val="0"/>
              </a:spcAft>
              <a:buSzPts val="2400"/>
              <a:buFont typeface="Josefin Sans"/>
              <a:buNone/>
              <a:defRPr sz="2400" b="1">
                <a:latin typeface="Josefin Sans"/>
                <a:ea typeface="Josefin Sans"/>
                <a:cs typeface="Josefin Sans"/>
                <a:sym typeface="Josefin Sans"/>
              </a:defRPr>
            </a:lvl5pPr>
            <a:lvl6pPr lvl="5" rtl="0">
              <a:spcBef>
                <a:spcPts val="0"/>
              </a:spcBef>
              <a:spcAft>
                <a:spcPts val="0"/>
              </a:spcAft>
              <a:buSzPts val="2400"/>
              <a:buFont typeface="Josefin Sans"/>
              <a:buNone/>
              <a:defRPr sz="2400" b="1">
                <a:latin typeface="Josefin Sans"/>
                <a:ea typeface="Josefin Sans"/>
                <a:cs typeface="Josefin Sans"/>
                <a:sym typeface="Josefin Sans"/>
              </a:defRPr>
            </a:lvl6pPr>
            <a:lvl7pPr lvl="6" rtl="0">
              <a:spcBef>
                <a:spcPts val="0"/>
              </a:spcBef>
              <a:spcAft>
                <a:spcPts val="0"/>
              </a:spcAft>
              <a:buSzPts val="2400"/>
              <a:buFont typeface="Josefin Sans"/>
              <a:buNone/>
              <a:defRPr sz="2400" b="1">
                <a:latin typeface="Josefin Sans"/>
                <a:ea typeface="Josefin Sans"/>
                <a:cs typeface="Josefin Sans"/>
                <a:sym typeface="Josefin Sans"/>
              </a:defRPr>
            </a:lvl7pPr>
            <a:lvl8pPr lvl="7" rtl="0">
              <a:spcBef>
                <a:spcPts val="0"/>
              </a:spcBef>
              <a:spcAft>
                <a:spcPts val="0"/>
              </a:spcAft>
              <a:buSzPts val="2400"/>
              <a:buFont typeface="Josefin Sans"/>
              <a:buNone/>
              <a:defRPr sz="2400" b="1">
                <a:latin typeface="Josefin Sans"/>
                <a:ea typeface="Josefin Sans"/>
                <a:cs typeface="Josefin Sans"/>
                <a:sym typeface="Josefin Sans"/>
              </a:defRPr>
            </a:lvl8pPr>
            <a:lvl9pPr lvl="8" rtl="0">
              <a:spcBef>
                <a:spcPts val="0"/>
              </a:spcBef>
              <a:spcAft>
                <a:spcPts val="0"/>
              </a:spcAft>
              <a:buSzPts val="2400"/>
              <a:buFont typeface="Josefin Sans"/>
              <a:buNone/>
              <a:defRPr sz="2400" b="1">
                <a:latin typeface="Josefin Sans"/>
                <a:ea typeface="Josefin Sans"/>
                <a:cs typeface="Josefin Sans"/>
                <a:sym typeface="Josefin Sans"/>
              </a:defRPr>
            </a:lvl9pPr>
          </a:lstStyle>
          <a:p>
            <a:endParaRPr/>
          </a:p>
        </p:txBody>
      </p:sp>
      <p:sp>
        <p:nvSpPr>
          <p:cNvPr id="86" name="Google Shape;86;p13">
            <a:hlinkClick r:id="" action="ppaction://noaction"/>
          </p:cNvPr>
          <p:cNvSpPr txBox="1">
            <a:spLocks noGrp="1"/>
          </p:cNvSpPr>
          <p:nvPr>
            <p:ph type="title" idx="2" hasCustomPrompt="1"/>
          </p:nvPr>
        </p:nvSpPr>
        <p:spPr>
          <a:xfrm>
            <a:off x="1121625" y="1673264"/>
            <a:ext cx="576000" cy="593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1pPr>
            <a:lvl2pPr lvl="1"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2pPr>
            <a:lvl3pPr lvl="2"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3pPr>
            <a:lvl4pPr lvl="3"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4pPr>
            <a:lvl5pPr lvl="4"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5pPr>
            <a:lvl6pPr lvl="5"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6pPr>
            <a:lvl7pPr lvl="6"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7pPr>
            <a:lvl8pPr lvl="7"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8pPr>
            <a:lvl9pPr lvl="8"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9pPr>
          </a:lstStyle>
          <a:p>
            <a:r>
              <a:t>xx%</a:t>
            </a:r>
          </a:p>
        </p:txBody>
      </p:sp>
      <p:sp>
        <p:nvSpPr>
          <p:cNvPr id="87" name="Google Shape;87;p13"/>
          <p:cNvSpPr txBox="1">
            <a:spLocks noGrp="1"/>
          </p:cNvSpPr>
          <p:nvPr>
            <p:ph type="subTitle" idx="1"/>
          </p:nvPr>
        </p:nvSpPr>
        <p:spPr>
          <a:xfrm>
            <a:off x="1697700" y="2264648"/>
            <a:ext cx="2712300" cy="6453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sp>
        <p:nvSpPr>
          <p:cNvPr id="88" name="Google Shape;88;p13"/>
          <p:cNvSpPr txBox="1">
            <a:spLocks noGrp="1"/>
          </p:cNvSpPr>
          <p:nvPr>
            <p:ph type="title" idx="3"/>
          </p:nvPr>
        </p:nvSpPr>
        <p:spPr>
          <a:xfrm>
            <a:off x="1697700" y="3185564"/>
            <a:ext cx="29631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Josefin Sans"/>
              <a:buNone/>
              <a:defRPr sz="1800" b="1">
                <a:latin typeface="Josefin Sans"/>
                <a:ea typeface="Josefin Sans"/>
                <a:cs typeface="Josefin Sans"/>
                <a:sym typeface="Josefin Sans"/>
              </a:defRPr>
            </a:lvl1pPr>
            <a:lvl2pPr lvl="1" rtl="0">
              <a:spcBef>
                <a:spcPts val="0"/>
              </a:spcBef>
              <a:spcAft>
                <a:spcPts val="0"/>
              </a:spcAft>
              <a:buSzPts val="2400"/>
              <a:buFont typeface="Josefin Sans"/>
              <a:buNone/>
              <a:defRPr sz="2400" b="1">
                <a:latin typeface="Josefin Sans"/>
                <a:ea typeface="Josefin Sans"/>
                <a:cs typeface="Josefin Sans"/>
                <a:sym typeface="Josefin Sans"/>
              </a:defRPr>
            </a:lvl2pPr>
            <a:lvl3pPr lvl="2" rtl="0">
              <a:spcBef>
                <a:spcPts val="0"/>
              </a:spcBef>
              <a:spcAft>
                <a:spcPts val="0"/>
              </a:spcAft>
              <a:buSzPts val="2400"/>
              <a:buFont typeface="Josefin Sans"/>
              <a:buNone/>
              <a:defRPr sz="2400" b="1">
                <a:latin typeface="Josefin Sans"/>
                <a:ea typeface="Josefin Sans"/>
                <a:cs typeface="Josefin Sans"/>
                <a:sym typeface="Josefin Sans"/>
              </a:defRPr>
            </a:lvl3pPr>
            <a:lvl4pPr lvl="3" rtl="0">
              <a:spcBef>
                <a:spcPts val="0"/>
              </a:spcBef>
              <a:spcAft>
                <a:spcPts val="0"/>
              </a:spcAft>
              <a:buSzPts val="2400"/>
              <a:buFont typeface="Josefin Sans"/>
              <a:buNone/>
              <a:defRPr sz="2400" b="1">
                <a:latin typeface="Josefin Sans"/>
                <a:ea typeface="Josefin Sans"/>
                <a:cs typeface="Josefin Sans"/>
                <a:sym typeface="Josefin Sans"/>
              </a:defRPr>
            </a:lvl4pPr>
            <a:lvl5pPr lvl="4" rtl="0">
              <a:spcBef>
                <a:spcPts val="0"/>
              </a:spcBef>
              <a:spcAft>
                <a:spcPts val="0"/>
              </a:spcAft>
              <a:buSzPts val="2400"/>
              <a:buFont typeface="Josefin Sans"/>
              <a:buNone/>
              <a:defRPr sz="2400" b="1">
                <a:latin typeface="Josefin Sans"/>
                <a:ea typeface="Josefin Sans"/>
                <a:cs typeface="Josefin Sans"/>
                <a:sym typeface="Josefin Sans"/>
              </a:defRPr>
            </a:lvl5pPr>
            <a:lvl6pPr lvl="5" rtl="0">
              <a:spcBef>
                <a:spcPts val="0"/>
              </a:spcBef>
              <a:spcAft>
                <a:spcPts val="0"/>
              </a:spcAft>
              <a:buSzPts val="2400"/>
              <a:buFont typeface="Josefin Sans"/>
              <a:buNone/>
              <a:defRPr sz="2400" b="1">
                <a:latin typeface="Josefin Sans"/>
                <a:ea typeface="Josefin Sans"/>
                <a:cs typeface="Josefin Sans"/>
                <a:sym typeface="Josefin Sans"/>
              </a:defRPr>
            </a:lvl6pPr>
            <a:lvl7pPr lvl="6" rtl="0">
              <a:spcBef>
                <a:spcPts val="0"/>
              </a:spcBef>
              <a:spcAft>
                <a:spcPts val="0"/>
              </a:spcAft>
              <a:buSzPts val="2400"/>
              <a:buFont typeface="Josefin Sans"/>
              <a:buNone/>
              <a:defRPr sz="2400" b="1">
                <a:latin typeface="Josefin Sans"/>
                <a:ea typeface="Josefin Sans"/>
                <a:cs typeface="Josefin Sans"/>
                <a:sym typeface="Josefin Sans"/>
              </a:defRPr>
            </a:lvl7pPr>
            <a:lvl8pPr lvl="7" rtl="0">
              <a:spcBef>
                <a:spcPts val="0"/>
              </a:spcBef>
              <a:spcAft>
                <a:spcPts val="0"/>
              </a:spcAft>
              <a:buSzPts val="2400"/>
              <a:buFont typeface="Josefin Sans"/>
              <a:buNone/>
              <a:defRPr sz="2400" b="1">
                <a:latin typeface="Josefin Sans"/>
                <a:ea typeface="Josefin Sans"/>
                <a:cs typeface="Josefin Sans"/>
                <a:sym typeface="Josefin Sans"/>
              </a:defRPr>
            </a:lvl8pPr>
            <a:lvl9pPr lvl="8" rtl="0">
              <a:spcBef>
                <a:spcPts val="0"/>
              </a:spcBef>
              <a:spcAft>
                <a:spcPts val="0"/>
              </a:spcAft>
              <a:buSzPts val="2400"/>
              <a:buFont typeface="Josefin Sans"/>
              <a:buNone/>
              <a:defRPr sz="2400" b="1">
                <a:latin typeface="Josefin Sans"/>
                <a:ea typeface="Josefin Sans"/>
                <a:cs typeface="Josefin Sans"/>
                <a:sym typeface="Josefin Sans"/>
              </a:defRPr>
            </a:lvl9pPr>
          </a:lstStyle>
          <a:p>
            <a:endParaRPr/>
          </a:p>
        </p:txBody>
      </p:sp>
      <p:sp>
        <p:nvSpPr>
          <p:cNvPr id="89" name="Google Shape;89;p13"/>
          <p:cNvSpPr txBox="1">
            <a:spLocks noGrp="1"/>
          </p:cNvSpPr>
          <p:nvPr>
            <p:ph type="title" idx="4" hasCustomPrompt="1"/>
          </p:nvPr>
        </p:nvSpPr>
        <p:spPr>
          <a:xfrm>
            <a:off x="1121600" y="3119864"/>
            <a:ext cx="576000" cy="593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1pPr>
            <a:lvl2pPr lvl="1"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2pPr>
            <a:lvl3pPr lvl="2"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3pPr>
            <a:lvl4pPr lvl="3"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4pPr>
            <a:lvl5pPr lvl="4"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5pPr>
            <a:lvl6pPr lvl="5"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6pPr>
            <a:lvl7pPr lvl="6"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7pPr>
            <a:lvl8pPr lvl="7"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8pPr>
            <a:lvl9pPr lvl="8"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9pPr>
          </a:lstStyle>
          <a:p>
            <a:r>
              <a:t>xx%</a:t>
            </a:r>
          </a:p>
        </p:txBody>
      </p:sp>
      <p:sp>
        <p:nvSpPr>
          <p:cNvPr id="90" name="Google Shape;90;p13"/>
          <p:cNvSpPr txBox="1">
            <a:spLocks noGrp="1"/>
          </p:cNvSpPr>
          <p:nvPr>
            <p:ph type="subTitle" idx="5"/>
          </p:nvPr>
        </p:nvSpPr>
        <p:spPr>
          <a:xfrm>
            <a:off x="1697700" y="3711255"/>
            <a:ext cx="2712300" cy="649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sp>
        <p:nvSpPr>
          <p:cNvPr id="91" name="Google Shape;91;p13"/>
          <p:cNvSpPr txBox="1">
            <a:spLocks noGrp="1"/>
          </p:cNvSpPr>
          <p:nvPr>
            <p:ph type="title" idx="6"/>
          </p:nvPr>
        </p:nvSpPr>
        <p:spPr>
          <a:xfrm>
            <a:off x="5662500" y="1738964"/>
            <a:ext cx="29631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Josefin Sans"/>
              <a:buNone/>
              <a:defRPr sz="1800" b="1">
                <a:latin typeface="Josefin Sans"/>
                <a:ea typeface="Josefin Sans"/>
                <a:cs typeface="Josefin Sans"/>
                <a:sym typeface="Josefin Sans"/>
              </a:defRPr>
            </a:lvl1pPr>
            <a:lvl2pPr lvl="1" rtl="0">
              <a:spcBef>
                <a:spcPts val="0"/>
              </a:spcBef>
              <a:spcAft>
                <a:spcPts val="0"/>
              </a:spcAft>
              <a:buSzPts val="2400"/>
              <a:buFont typeface="Josefin Sans"/>
              <a:buNone/>
              <a:defRPr sz="2400" b="1">
                <a:latin typeface="Josefin Sans"/>
                <a:ea typeface="Josefin Sans"/>
                <a:cs typeface="Josefin Sans"/>
                <a:sym typeface="Josefin Sans"/>
              </a:defRPr>
            </a:lvl2pPr>
            <a:lvl3pPr lvl="2" rtl="0">
              <a:spcBef>
                <a:spcPts val="0"/>
              </a:spcBef>
              <a:spcAft>
                <a:spcPts val="0"/>
              </a:spcAft>
              <a:buSzPts val="2400"/>
              <a:buFont typeface="Josefin Sans"/>
              <a:buNone/>
              <a:defRPr sz="2400" b="1">
                <a:latin typeface="Josefin Sans"/>
                <a:ea typeface="Josefin Sans"/>
                <a:cs typeface="Josefin Sans"/>
                <a:sym typeface="Josefin Sans"/>
              </a:defRPr>
            </a:lvl3pPr>
            <a:lvl4pPr lvl="3" rtl="0">
              <a:spcBef>
                <a:spcPts val="0"/>
              </a:spcBef>
              <a:spcAft>
                <a:spcPts val="0"/>
              </a:spcAft>
              <a:buSzPts val="2400"/>
              <a:buFont typeface="Josefin Sans"/>
              <a:buNone/>
              <a:defRPr sz="2400" b="1">
                <a:latin typeface="Josefin Sans"/>
                <a:ea typeface="Josefin Sans"/>
                <a:cs typeface="Josefin Sans"/>
                <a:sym typeface="Josefin Sans"/>
              </a:defRPr>
            </a:lvl4pPr>
            <a:lvl5pPr lvl="4" rtl="0">
              <a:spcBef>
                <a:spcPts val="0"/>
              </a:spcBef>
              <a:spcAft>
                <a:spcPts val="0"/>
              </a:spcAft>
              <a:buSzPts val="2400"/>
              <a:buFont typeface="Josefin Sans"/>
              <a:buNone/>
              <a:defRPr sz="2400" b="1">
                <a:latin typeface="Josefin Sans"/>
                <a:ea typeface="Josefin Sans"/>
                <a:cs typeface="Josefin Sans"/>
                <a:sym typeface="Josefin Sans"/>
              </a:defRPr>
            </a:lvl5pPr>
            <a:lvl6pPr lvl="5" rtl="0">
              <a:spcBef>
                <a:spcPts val="0"/>
              </a:spcBef>
              <a:spcAft>
                <a:spcPts val="0"/>
              </a:spcAft>
              <a:buSzPts val="2400"/>
              <a:buFont typeface="Josefin Sans"/>
              <a:buNone/>
              <a:defRPr sz="2400" b="1">
                <a:latin typeface="Josefin Sans"/>
                <a:ea typeface="Josefin Sans"/>
                <a:cs typeface="Josefin Sans"/>
                <a:sym typeface="Josefin Sans"/>
              </a:defRPr>
            </a:lvl6pPr>
            <a:lvl7pPr lvl="6" rtl="0">
              <a:spcBef>
                <a:spcPts val="0"/>
              </a:spcBef>
              <a:spcAft>
                <a:spcPts val="0"/>
              </a:spcAft>
              <a:buSzPts val="2400"/>
              <a:buFont typeface="Josefin Sans"/>
              <a:buNone/>
              <a:defRPr sz="2400" b="1">
                <a:latin typeface="Josefin Sans"/>
                <a:ea typeface="Josefin Sans"/>
                <a:cs typeface="Josefin Sans"/>
                <a:sym typeface="Josefin Sans"/>
              </a:defRPr>
            </a:lvl7pPr>
            <a:lvl8pPr lvl="7" rtl="0">
              <a:spcBef>
                <a:spcPts val="0"/>
              </a:spcBef>
              <a:spcAft>
                <a:spcPts val="0"/>
              </a:spcAft>
              <a:buSzPts val="2400"/>
              <a:buFont typeface="Josefin Sans"/>
              <a:buNone/>
              <a:defRPr sz="2400" b="1">
                <a:latin typeface="Josefin Sans"/>
                <a:ea typeface="Josefin Sans"/>
                <a:cs typeface="Josefin Sans"/>
                <a:sym typeface="Josefin Sans"/>
              </a:defRPr>
            </a:lvl8pPr>
            <a:lvl9pPr lvl="8" rtl="0">
              <a:spcBef>
                <a:spcPts val="0"/>
              </a:spcBef>
              <a:spcAft>
                <a:spcPts val="0"/>
              </a:spcAft>
              <a:buSzPts val="2400"/>
              <a:buFont typeface="Josefin Sans"/>
              <a:buNone/>
              <a:defRPr sz="2400" b="1">
                <a:latin typeface="Josefin Sans"/>
                <a:ea typeface="Josefin Sans"/>
                <a:cs typeface="Josefin Sans"/>
                <a:sym typeface="Josefin Sans"/>
              </a:defRPr>
            </a:lvl9pPr>
          </a:lstStyle>
          <a:p>
            <a:endParaRPr/>
          </a:p>
        </p:txBody>
      </p:sp>
      <p:sp>
        <p:nvSpPr>
          <p:cNvPr id="92" name="Google Shape;92;p13"/>
          <p:cNvSpPr txBox="1">
            <a:spLocks noGrp="1"/>
          </p:cNvSpPr>
          <p:nvPr>
            <p:ph type="title" idx="7" hasCustomPrompt="1"/>
          </p:nvPr>
        </p:nvSpPr>
        <p:spPr>
          <a:xfrm>
            <a:off x="5086400" y="1673264"/>
            <a:ext cx="576000" cy="593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1pPr>
            <a:lvl2pPr lvl="1"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2pPr>
            <a:lvl3pPr lvl="2"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3pPr>
            <a:lvl4pPr lvl="3"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4pPr>
            <a:lvl5pPr lvl="4"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5pPr>
            <a:lvl6pPr lvl="5"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6pPr>
            <a:lvl7pPr lvl="6"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7pPr>
            <a:lvl8pPr lvl="7"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8pPr>
            <a:lvl9pPr lvl="8"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9pPr>
          </a:lstStyle>
          <a:p>
            <a:r>
              <a:t>xx%</a:t>
            </a:r>
          </a:p>
        </p:txBody>
      </p:sp>
      <p:sp>
        <p:nvSpPr>
          <p:cNvPr id="93" name="Google Shape;93;p13"/>
          <p:cNvSpPr txBox="1">
            <a:spLocks noGrp="1"/>
          </p:cNvSpPr>
          <p:nvPr>
            <p:ph type="subTitle" idx="8"/>
          </p:nvPr>
        </p:nvSpPr>
        <p:spPr>
          <a:xfrm>
            <a:off x="5662500" y="2264648"/>
            <a:ext cx="2712300" cy="6453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sp>
        <p:nvSpPr>
          <p:cNvPr id="94" name="Google Shape;94;p13"/>
          <p:cNvSpPr txBox="1">
            <a:spLocks noGrp="1"/>
          </p:cNvSpPr>
          <p:nvPr>
            <p:ph type="title" idx="9"/>
          </p:nvPr>
        </p:nvSpPr>
        <p:spPr>
          <a:xfrm>
            <a:off x="5662500" y="3185564"/>
            <a:ext cx="29631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Josefin Sans"/>
              <a:buNone/>
              <a:defRPr sz="1800" b="1">
                <a:latin typeface="Josefin Sans"/>
                <a:ea typeface="Josefin Sans"/>
                <a:cs typeface="Josefin Sans"/>
                <a:sym typeface="Josefin Sans"/>
              </a:defRPr>
            </a:lvl1pPr>
            <a:lvl2pPr lvl="1" rtl="0">
              <a:spcBef>
                <a:spcPts val="0"/>
              </a:spcBef>
              <a:spcAft>
                <a:spcPts val="0"/>
              </a:spcAft>
              <a:buSzPts val="2400"/>
              <a:buFont typeface="Josefin Sans"/>
              <a:buNone/>
              <a:defRPr sz="2400" b="1">
                <a:latin typeface="Josefin Sans"/>
                <a:ea typeface="Josefin Sans"/>
                <a:cs typeface="Josefin Sans"/>
                <a:sym typeface="Josefin Sans"/>
              </a:defRPr>
            </a:lvl2pPr>
            <a:lvl3pPr lvl="2" rtl="0">
              <a:spcBef>
                <a:spcPts val="0"/>
              </a:spcBef>
              <a:spcAft>
                <a:spcPts val="0"/>
              </a:spcAft>
              <a:buSzPts val="2400"/>
              <a:buFont typeface="Josefin Sans"/>
              <a:buNone/>
              <a:defRPr sz="2400" b="1">
                <a:latin typeface="Josefin Sans"/>
                <a:ea typeface="Josefin Sans"/>
                <a:cs typeface="Josefin Sans"/>
                <a:sym typeface="Josefin Sans"/>
              </a:defRPr>
            </a:lvl3pPr>
            <a:lvl4pPr lvl="3" rtl="0">
              <a:spcBef>
                <a:spcPts val="0"/>
              </a:spcBef>
              <a:spcAft>
                <a:spcPts val="0"/>
              </a:spcAft>
              <a:buSzPts val="2400"/>
              <a:buFont typeface="Josefin Sans"/>
              <a:buNone/>
              <a:defRPr sz="2400" b="1">
                <a:latin typeface="Josefin Sans"/>
                <a:ea typeface="Josefin Sans"/>
                <a:cs typeface="Josefin Sans"/>
                <a:sym typeface="Josefin Sans"/>
              </a:defRPr>
            </a:lvl4pPr>
            <a:lvl5pPr lvl="4" rtl="0">
              <a:spcBef>
                <a:spcPts val="0"/>
              </a:spcBef>
              <a:spcAft>
                <a:spcPts val="0"/>
              </a:spcAft>
              <a:buSzPts val="2400"/>
              <a:buFont typeface="Josefin Sans"/>
              <a:buNone/>
              <a:defRPr sz="2400" b="1">
                <a:latin typeface="Josefin Sans"/>
                <a:ea typeface="Josefin Sans"/>
                <a:cs typeface="Josefin Sans"/>
                <a:sym typeface="Josefin Sans"/>
              </a:defRPr>
            </a:lvl5pPr>
            <a:lvl6pPr lvl="5" rtl="0">
              <a:spcBef>
                <a:spcPts val="0"/>
              </a:spcBef>
              <a:spcAft>
                <a:spcPts val="0"/>
              </a:spcAft>
              <a:buSzPts val="2400"/>
              <a:buFont typeface="Josefin Sans"/>
              <a:buNone/>
              <a:defRPr sz="2400" b="1">
                <a:latin typeface="Josefin Sans"/>
                <a:ea typeface="Josefin Sans"/>
                <a:cs typeface="Josefin Sans"/>
                <a:sym typeface="Josefin Sans"/>
              </a:defRPr>
            </a:lvl6pPr>
            <a:lvl7pPr lvl="6" rtl="0">
              <a:spcBef>
                <a:spcPts val="0"/>
              </a:spcBef>
              <a:spcAft>
                <a:spcPts val="0"/>
              </a:spcAft>
              <a:buSzPts val="2400"/>
              <a:buFont typeface="Josefin Sans"/>
              <a:buNone/>
              <a:defRPr sz="2400" b="1">
                <a:latin typeface="Josefin Sans"/>
                <a:ea typeface="Josefin Sans"/>
                <a:cs typeface="Josefin Sans"/>
                <a:sym typeface="Josefin Sans"/>
              </a:defRPr>
            </a:lvl7pPr>
            <a:lvl8pPr lvl="7" rtl="0">
              <a:spcBef>
                <a:spcPts val="0"/>
              </a:spcBef>
              <a:spcAft>
                <a:spcPts val="0"/>
              </a:spcAft>
              <a:buSzPts val="2400"/>
              <a:buFont typeface="Josefin Sans"/>
              <a:buNone/>
              <a:defRPr sz="2400" b="1">
                <a:latin typeface="Josefin Sans"/>
                <a:ea typeface="Josefin Sans"/>
                <a:cs typeface="Josefin Sans"/>
                <a:sym typeface="Josefin Sans"/>
              </a:defRPr>
            </a:lvl8pPr>
            <a:lvl9pPr lvl="8" rtl="0">
              <a:spcBef>
                <a:spcPts val="0"/>
              </a:spcBef>
              <a:spcAft>
                <a:spcPts val="0"/>
              </a:spcAft>
              <a:buSzPts val="2400"/>
              <a:buFont typeface="Josefin Sans"/>
              <a:buNone/>
              <a:defRPr sz="2400" b="1">
                <a:latin typeface="Josefin Sans"/>
                <a:ea typeface="Josefin Sans"/>
                <a:cs typeface="Josefin Sans"/>
                <a:sym typeface="Josefin Sans"/>
              </a:defRPr>
            </a:lvl9pPr>
          </a:lstStyle>
          <a:p>
            <a:endParaRPr/>
          </a:p>
        </p:txBody>
      </p:sp>
      <p:sp>
        <p:nvSpPr>
          <p:cNvPr id="95" name="Google Shape;95;p13"/>
          <p:cNvSpPr txBox="1">
            <a:spLocks noGrp="1"/>
          </p:cNvSpPr>
          <p:nvPr>
            <p:ph type="title" idx="13" hasCustomPrompt="1"/>
          </p:nvPr>
        </p:nvSpPr>
        <p:spPr>
          <a:xfrm>
            <a:off x="5087456" y="3119864"/>
            <a:ext cx="576000" cy="593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1pPr>
            <a:lvl2pPr lvl="1"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2pPr>
            <a:lvl3pPr lvl="2"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3pPr>
            <a:lvl4pPr lvl="3"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4pPr>
            <a:lvl5pPr lvl="4"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5pPr>
            <a:lvl6pPr lvl="5"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6pPr>
            <a:lvl7pPr lvl="6"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7pPr>
            <a:lvl8pPr lvl="7"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8pPr>
            <a:lvl9pPr lvl="8" rtl="0">
              <a:spcBef>
                <a:spcPts val="0"/>
              </a:spcBef>
              <a:spcAft>
                <a:spcPts val="0"/>
              </a:spcAft>
              <a:buClr>
                <a:schemeClr val="accent1"/>
              </a:buClr>
              <a:buSzPts val="3000"/>
              <a:buFont typeface="Josefin Sans"/>
              <a:buNone/>
              <a:defRPr sz="3000" b="1">
                <a:solidFill>
                  <a:schemeClr val="accent1"/>
                </a:solidFill>
                <a:latin typeface="Josefin Sans"/>
                <a:ea typeface="Josefin Sans"/>
                <a:cs typeface="Josefin Sans"/>
                <a:sym typeface="Josefin Sans"/>
              </a:defRPr>
            </a:lvl9pPr>
          </a:lstStyle>
          <a:p>
            <a:r>
              <a:t>xx%</a:t>
            </a:r>
          </a:p>
        </p:txBody>
      </p:sp>
      <p:sp>
        <p:nvSpPr>
          <p:cNvPr id="96" name="Google Shape;96;p13"/>
          <p:cNvSpPr txBox="1">
            <a:spLocks noGrp="1"/>
          </p:cNvSpPr>
          <p:nvPr>
            <p:ph type="subTitle" idx="14"/>
          </p:nvPr>
        </p:nvSpPr>
        <p:spPr>
          <a:xfrm>
            <a:off x="5662500" y="3711255"/>
            <a:ext cx="2712300" cy="649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sp>
        <p:nvSpPr>
          <p:cNvPr id="97" name="Google Shape;97;p13"/>
          <p:cNvSpPr txBox="1">
            <a:spLocks noGrp="1"/>
          </p:cNvSpPr>
          <p:nvPr>
            <p:ph type="title" idx="15"/>
          </p:nvPr>
        </p:nvSpPr>
        <p:spPr>
          <a:xfrm>
            <a:off x="1470900" y="476534"/>
            <a:ext cx="6202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98" name="Google Shape;98;p13"/>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99" name="Google Shape;99;p13"/>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CUSTOM">
    <p:spTree>
      <p:nvGrpSpPr>
        <p:cNvPr id="1" name="Shape 100"/>
        <p:cNvGrpSpPr/>
        <p:nvPr/>
      </p:nvGrpSpPr>
      <p:grpSpPr>
        <a:xfrm>
          <a:off x="0" y="0"/>
          <a:ext cx="0" cy="0"/>
          <a:chOff x="0" y="0"/>
          <a:chExt cx="0" cy="0"/>
        </a:xfrm>
      </p:grpSpPr>
      <p:sp>
        <p:nvSpPr>
          <p:cNvPr id="101" name="Google Shape;101;p14"/>
          <p:cNvSpPr txBox="1">
            <a:spLocks noGrp="1"/>
          </p:cNvSpPr>
          <p:nvPr>
            <p:ph type="subTitle" idx="1"/>
          </p:nvPr>
        </p:nvSpPr>
        <p:spPr>
          <a:xfrm>
            <a:off x="2111850" y="1210325"/>
            <a:ext cx="5256600" cy="1823100"/>
          </a:xfrm>
          <a:prstGeom prst="rect">
            <a:avLst/>
          </a:prstGeom>
          <a:noFill/>
          <a:ln>
            <a:noFill/>
          </a:ln>
        </p:spPr>
        <p:txBody>
          <a:bodyPr spcFirstLastPara="1" wrap="square" lIns="91425" tIns="91425" rIns="91425" bIns="91425" anchor="t" anchorCtr="0">
            <a:noAutofit/>
          </a:bodyPr>
          <a:lstStyle>
            <a:lvl1pPr marL="0" marR="0" lvl="0" indent="-177800" algn="l" rtl="0">
              <a:lnSpc>
                <a:spcPct val="100000"/>
              </a:lnSpc>
              <a:spcBef>
                <a:spcPts val="0"/>
              </a:spcBef>
              <a:spcAft>
                <a:spcPts val="0"/>
              </a:spcAft>
              <a:buClr>
                <a:schemeClr val="dk1"/>
              </a:buClr>
              <a:buSzPts val="2800"/>
              <a:buFont typeface="Josefin Sans"/>
              <a:buNone/>
              <a:defRPr sz="2800" b="1">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rgbClr val="FD0000"/>
              </a:buClr>
              <a:buSzPts val="1400"/>
              <a:buFont typeface="Josefin Sans SemiBold"/>
              <a:buNone/>
              <a:defRPr>
                <a:solidFill>
                  <a:srgbClr val="FD0000"/>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rgbClr val="FD0000"/>
              </a:buClr>
              <a:buSzPts val="1400"/>
              <a:buFont typeface="Josefin Sans SemiBold"/>
              <a:buNone/>
              <a:defRPr>
                <a:solidFill>
                  <a:srgbClr val="FD0000"/>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rgbClr val="FD0000"/>
              </a:buClr>
              <a:buSzPts val="1400"/>
              <a:buFont typeface="Josefin Sans SemiBold"/>
              <a:buNone/>
              <a:defRPr>
                <a:solidFill>
                  <a:srgbClr val="FD0000"/>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rgbClr val="FD0000"/>
              </a:buClr>
              <a:buSzPts val="1400"/>
              <a:buFont typeface="Josefin Sans SemiBold"/>
              <a:buNone/>
              <a:defRPr>
                <a:solidFill>
                  <a:srgbClr val="FD0000"/>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rgbClr val="FD0000"/>
              </a:buClr>
              <a:buSzPts val="1400"/>
              <a:buFont typeface="Josefin Sans SemiBold"/>
              <a:buNone/>
              <a:defRPr>
                <a:solidFill>
                  <a:srgbClr val="FD0000"/>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rgbClr val="FD0000"/>
              </a:buClr>
              <a:buSzPts val="1400"/>
              <a:buFont typeface="Josefin Sans SemiBold"/>
              <a:buNone/>
              <a:defRPr>
                <a:solidFill>
                  <a:srgbClr val="FD0000"/>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rgbClr val="FD0000"/>
              </a:buClr>
              <a:buSzPts val="1400"/>
              <a:buFont typeface="Josefin Sans SemiBold"/>
              <a:buNone/>
              <a:defRPr>
                <a:solidFill>
                  <a:srgbClr val="FD0000"/>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rgbClr val="FD0000"/>
              </a:buClr>
              <a:buSzPts val="1400"/>
              <a:buFont typeface="Josefin Sans SemiBold"/>
              <a:buNone/>
              <a:defRPr>
                <a:solidFill>
                  <a:srgbClr val="FD0000"/>
                </a:solidFill>
                <a:latin typeface="Josefin Sans SemiBold"/>
                <a:ea typeface="Josefin Sans SemiBold"/>
                <a:cs typeface="Josefin Sans SemiBold"/>
                <a:sym typeface="Josefin Sans SemiBold"/>
              </a:defRPr>
            </a:lvl9pPr>
          </a:lstStyle>
          <a:p>
            <a:endParaRPr/>
          </a:p>
        </p:txBody>
      </p:sp>
      <p:sp>
        <p:nvSpPr>
          <p:cNvPr id="102" name="Google Shape;102;p14"/>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3" name="Google Shape;103;p14"/>
          <p:cNvSpPr txBox="1">
            <a:spLocks noGrp="1"/>
          </p:cNvSpPr>
          <p:nvPr>
            <p:ph type="title" idx="2"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104" name="Google Shape;104;p14"/>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cxnSp>
        <p:nvCxnSpPr>
          <p:cNvPr id="105" name="Google Shape;105;p14"/>
          <p:cNvCxnSpPr/>
          <p:nvPr/>
        </p:nvCxnSpPr>
        <p:spPr>
          <a:xfrm rot="5400000">
            <a:off x="503550" y="2653667"/>
            <a:ext cx="2544000" cy="0"/>
          </a:xfrm>
          <a:prstGeom prst="straightConnector1">
            <a:avLst/>
          </a:prstGeom>
          <a:noFill/>
          <a:ln w="76200" cap="flat" cmpd="sng">
            <a:solidFill>
              <a:schemeClr val="accent1"/>
            </a:solidFill>
            <a:prstDash val="solid"/>
            <a:round/>
            <a:headEnd type="none" w="med" len="med"/>
            <a:tailEnd type="none" w="med" len="med"/>
          </a:ln>
        </p:spPr>
      </p:cxnSp>
      <p:sp>
        <p:nvSpPr>
          <p:cNvPr id="106" name="Google Shape;106;p14"/>
          <p:cNvSpPr txBox="1">
            <a:spLocks noGrp="1"/>
          </p:cNvSpPr>
          <p:nvPr>
            <p:ph type="title" idx="3"/>
          </p:nvPr>
        </p:nvSpPr>
        <p:spPr>
          <a:xfrm>
            <a:off x="2111850" y="3033325"/>
            <a:ext cx="5256600" cy="4449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accent1"/>
              </a:buClr>
              <a:buSzPts val="1600"/>
              <a:buFont typeface="Josefin Sans SemiBold"/>
              <a:buNone/>
              <a:defRPr sz="1800" b="0">
                <a:solidFill>
                  <a:schemeClr val="accent1"/>
                </a:solidFill>
                <a:latin typeface="Josefin Sans SemiBold"/>
                <a:ea typeface="Josefin Sans SemiBold"/>
                <a:cs typeface="Josefin Sans SemiBold"/>
                <a:sym typeface="Josefin Sans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107" name="Google Shape;107;p14"/>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108" name="Google Shape;108;p14"/>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SECTION_TITLE_AND_DESCRIPTION_1">
    <p:spTree>
      <p:nvGrpSpPr>
        <p:cNvPr id="1" name="Shape 109"/>
        <p:cNvGrpSpPr/>
        <p:nvPr/>
      </p:nvGrpSpPr>
      <p:grpSpPr>
        <a:xfrm>
          <a:off x="0" y="0"/>
          <a:ext cx="0" cy="0"/>
          <a:chOff x="0" y="0"/>
          <a:chExt cx="0" cy="0"/>
        </a:xfrm>
      </p:grpSpPr>
      <p:sp>
        <p:nvSpPr>
          <p:cNvPr id="110" name="Google Shape;110;p15"/>
          <p:cNvSpPr txBox="1">
            <a:spLocks noGrp="1"/>
          </p:cNvSpPr>
          <p:nvPr>
            <p:ph type="title"/>
          </p:nvPr>
        </p:nvSpPr>
        <p:spPr>
          <a:xfrm>
            <a:off x="5292000" y="2212804"/>
            <a:ext cx="3173400" cy="5583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Font typeface="Josefin Sans"/>
              <a:buNone/>
              <a:defRPr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1" name="Google Shape;111;p15"/>
          <p:cNvSpPr txBox="1">
            <a:spLocks noGrp="1"/>
          </p:cNvSpPr>
          <p:nvPr>
            <p:ph type="title" idx="2" hasCustomPrompt="1"/>
          </p:nvPr>
        </p:nvSpPr>
        <p:spPr>
          <a:xfrm>
            <a:off x="5292001" y="1625200"/>
            <a:ext cx="1724100" cy="841800"/>
          </a:xfrm>
          <a:prstGeom prst="rect">
            <a:avLst/>
          </a:prstGeom>
        </p:spPr>
        <p:txBody>
          <a:bodyPr spcFirstLastPara="1" wrap="square" lIns="91425" tIns="0" rIns="91425" bIns="91425" anchor="b" anchorCtr="0">
            <a:noAutofit/>
          </a:bodyPr>
          <a:lstStyle>
            <a:lvl1pPr lvl="0" rtl="0">
              <a:spcBef>
                <a:spcPts val="0"/>
              </a:spcBef>
              <a:spcAft>
                <a:spcPts val="0"/>
              </a:spcAft>
              <a:buClr>
                <a:schemeClr val="accent1"/>
              </a:buClr>
              <a:buSzPts val="6000"/>
              <a:buFont typeface="Josefin Sans"/>
              <a:buNone/>
              <a:defRPr sz="60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6000"/>
              <a:buFont typeface="Josefin Sans"/>
              <a:buNone/>
              <a:defRPr sz="6000" b="1">
                <a:solidFill>
                  <a:srgbClr val="FD0000"/>
                </a:solidFill>
                <a:latin typeface="Josefin Sans"/>
                <a:ea typeface="Josefin Sans"/>
                <a:cs typeface="Josefin Sans"/>
                <a:sym typeface="Josefin Sans"/>
              </a:defRPr>
            </a:lvl9pPr>
          </a:lstStyle>
          <a:p>
            <a:r>
              <a:t>xx%</a:t>
            </a:r>
          </a:p>
        </p:txBody>
      </p:sp>
      <p:sp>
        <p:nvSpPr>
          <p:cNvPr id="112" name="Google Shape;112;p15"/>
          <p:cNvSpPr txBox="1">
            <a:spLocks noGrp="1"/>
          </p:cNvSpPr>
          <p:nvPr>
            <p:ph type="subTitle" idx="1"/>
          </p:nvPr>
        </p:nvSpPr>
        <p:spPr>
          <a:xfrm>
            <a:off x="5292000" y="3455823"/>
            <a:ext cx="3027300" cy="5583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Font typeface="Josefin Sans Light"/>
              <a:buNone/>
              <a:defRPr>
                <a:solidFill>
                  <a:schemeClr val="dk1"/>
                </a:solidFill>
                <a:latin typeface="Josefin Sans"/>
                <a:ea typeface="Josefin Sans"/>
                <a:cs typeface="Josefin Sans"/>
                <a:sym typeface="Josefin Sans"/>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cxnSp>
        <p:nvCxnSpPr>
          <p:cNvPr id="113" name="Google Shape;113;p15"/>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114" name="Google Shape;114;p15"/>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SECTION_HEADER_1">
    <p:spTree>
      <p:nvGrpSpPr>
        <p:cNvPr id="1" name="Shape 115"/>
        <p:cNvGrpSpPr/>
        <p:nvPr/>
      </p:nvGrpSpPr>
      <p:grpSpPr>
        <a:xfrm>
          <a:off x="0" y="0"/>
          <a:ext cx="0" cy="0"/>
          <a:chOff x="0" y="0"/>
          <a:chExt cx="0" cy="0"/>
        </a:xfrm>
      </p:grpSpPr>
      <p:sp>
        <p:nvSpPr>
          <p:cNvPr id="116" name="Google Shape;116;p16"/>
          <p:cNvSpPr txBox="1">
            <a:spLocks noGrp="1"/>
          </p:cNvSpPr>
          <p:nvPr>
            <p:ph type="title"/>
          </p:nvPr>
        </p:nvSpPr>
        <p:spPr>
          <a:xfrm>
            <a:off x="925750" y="1786400"/>
            <a:ext cx="5151600" cy="940500"/>
          </a:xfrm>
          <a:prstGeom prst="rect">
            <a:avLst/>
          </a:prstGeom>
          <a:solidFill>
            <a:schemeClr val="lt1"/>
          </a:solidFill>
        </p:spPr>
        <p:txBody>
          <a:bodyPr spcFirstLastPara="1" wrap="square" lIns="91425" tIns="0" rIns="91425" bIns="91425" anchor="b" anchorCtr="0">
            <a:noAutofit/>
          </a:bodyPr>
          <a:lstStyle>
            <a:lvl1pPr lvl="0" rtl="0">
              <a:spcBef>
                <a:spcPts val="0"/>
              </a:spcBef>
              <a:spcAft>
                <a:spcPts val="0"/>
              </a:spcAft>
              <a:buSzPts val="3600"/>
              <a:buNone/>
              <a:defRPr sz="6800">
                <a:solidFill>
                  <a:schemeClr val="accen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7" name="Google Shape;117;p16"/>
          <p:cNvSpPr txBox="1">
            <a:spLocks noGrp="1"/>
          </p:cNvSpPr>
          <p:nvPr>
            <p:ph type="subTitle" idx="1"/>
          </p:nvPr>
        </p:nvSpPr>
        <p:spPr>
          <a:xfrm>
            <a:off x="925748" y="2726900"/>
            <a:ext cx="5151600" cy="1025400"/>
          </a:xfrm>
          <a:prstGeom prst="rect">
            <a:avLst/>
          </a:prstGeom>
          <a:solidFill>
            <a:schemeClr val="lt1"/>
          </a:solidFill>
          <a:ln>
            <a:noFill/>
          </a:ln>
        </p:spPr>
        <p:txBody>
          <a:bodyPr spcFirstLastPara="1" wrap="square" lIns="91425" tIns="0" rIns="91425" bIns="0" anchor="t" anchorCtr="0">
            <a:noAutofit/>
          </a:bodyPr>
          <a:lstStyle>
            <a:lvl1pPr marL="0" marR="0" lvl="0" indent="-228600" algn="l" rtl="0">
              <a:lnSpc>
                <a:spcPct val="100000"/>
              </a:lnSpc>
              <a:spcBef>
                <a:spcPts val="0"/>
              </a:spcBef>
              <a:spcAft>
                <a:spcPts val="0"/>
              </a:spcAft>
              <a:buClr>
                <a:schemeClr val="dk1"/>
              </a:buClr>
              <a:buSzPts val="3600"/>
              <a:buFont typeface="Josefin Sans"/>
              <a:buNone/>
              <a:defRPr sz="2100" b="1">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cxnSp>
        <p:nvCxnSpPr>
          <p:cNvPr id="118" name="Google Shape;118;p16"/>
          <p:cNvCxnSpPr/>
          <p:nvPr/>
        </p:nvCxnSpPr>
        <p:spPr>
          <a:xfrm>
            <a:off x="542275" y="1625200"/>
            <a:ext cx="0" cy="2710500"/>
          </a:xfrm>
          <a:prstGeom prst="straightConnector1">
            <a:avLst/>
          </a:prstGeom>
          <a:noFill/>
          <a:ln w="76200" cap="flat" cmpd="sng">
            <a:solidFill>
              <a:schemeClr val="accent1"/>
            </a:solidFill>
            <a:prstDash val="solid"/>
            <a:round/>
            <a:headEnd type="none" w="med" len="med"/>
            <a:tailEnd type="none" w="med" len="med"/>
          </a:ln>
        </p:spPr>
      </p:cxnSp>
      <p:cxnSp>
        <p:nvCxnSpPr>
          <p:cNvPr id="119" name="Google Shape;119;p16"/>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120" name="Google Shape;120;p16"/>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1">
  <p:cSld name="CUSTOM_7">
    <p:spTree>
      <p:nvGrpSpPr>
        <p:cNvPr id="1" name="Shape 121"/>
        <p:cNvGrpSpPr/>
        <p:nvPr/>
      </p:nvGrpSpPr>
      <p:grpSpPr>
        <a:xfrm>
          <a:off x="0" y="0"/>
          <a:ext cx="0" cy="0"/>
          <a:chOff x="0" y="0"/>
          <a:chExt cx="0" cy="0"/>
        </a:xfrm>
      </p:grpSpPr>
      <p:sp>
        <p:nvSpPr>
          <p:cNvPr id="122" name="Google Shape;122;p17"/>
          <p:cNvSpPr txBox="1">
            <a:spLocks noGrp="1"/>
          </p:cNvSpPr>
          <p:nvPr>
            <p:ph type="subTitle" idx="1"/>
          </p:nvPr>
        </p:nvSpPr>
        <p:spPr>
          <a:xfrm>
            <a:off x="5458825" y="1457300"/>
            <a:ext cx="2927100" cy="3151200"/>
          </a:xfrm>
          <a:prstGeom prst="rect">
            <a:avLst/>
          </a:prstGeom>
          <a:noFill/>
          <a:ln>
            <a:noFill/>
          </a:ln>
        </p:spPr>
        <p:txBody>
          <a:bodyPr spcFirstLastPara="1" wrap="square" lIns="91425" tIns="182875" rIns="91425" bIns="0" anchor="t" anchorCtr="0">
            <a:noAutofit/>
          </a:bodyPr>
          <a:lstStyle>
            <a:lvl1pPr marR="50800" lvl="0" rtl="0">
              <a:lnSpc>
                <a:spcPct val="100000"/>
              </a:lnSpc>
              <a:spcBef>
                <a:spcPts val="0"/>
              </a:spcBef>
              <a:spcAft>
                <a:spcPts val="0"/>
              </a:spcAft>
              <a:buClr>
                <a:schemeClr val="dk1"/>
              </a:buClr>
              <a:buSzPts val="1400"/>
              <a:buChar char="●"/>
              <a:defRPr sz="13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Char char="○"/>
              <a:defRPr>
                <a:solidFill>
                  <a:schemeClr val="dk1"/>
                </a:solidFill>
              </a:defRPr>
            </a:lvl2pPr>
            <a:lvl3pPr lvl="2" rtl="0">
              <a:lnSpc>
                <a:spcPct val="100000"/>
              </a:lnSpc>
              <a:spcBef>
                <a:spcPts val="0"/>
              </a:spcBef>
              <a:spcAft>
                <a:spcPts val="0"/>
              </a:spcAft>
              <a:buClr>
                <a:schemeClr val="dk1"/>
              </a:buClr>
              <a:buSzPts val="1400"/>
              <a:buChar char="■"/>
              <a:defRPr>
                <a:solidFill>
                  <a:schemeClr val="dk1"/>
                </a:solidFill>
              </a:defRPr>
            </a:lvl3pPr>
            <a:lvl4pPr lvl="3" rtl="0">
              <a:lnSpc>
                <a:spcPct val="100000"/>
              </a:lnSpc>
              <a:spcBef>
                <a:spcPts val="0"/>
              </a:spcBef>
              <a:spcAft>
                <a:spcPts val="0"/>
              </a:spcAft>
              <a:buClr>
                <a:schemeClr val="dk1"/>
              </a:buClr>
              <a:buSzPts val="1400"/>
              <a:buChar char="●"/>
              <a:defRPr>
                <a:solidFill>
                  <a:schemeClr val="dk1"/>
                </a:solidFill>
              </a:defRPr>
            </a:lvl4pPr>
            <a:lvl5pPr lvl="4" rtl="0">
              <a:lnSpc>
                <a:spcPct val="100000"/>
              </a:lnSpc>
              <a:spcBef>
                <a:spcPts val="0"/>
              </a:spcBef>
              <a:spcAft>
                <a:spcPts val="0"/>
              </a:spcAft>
              <a:buClr>
                <a:schemeClr val="dk1"/>
              </a:buClr>
              <a:buSzPts val="1400"/>
              <a:buChar char="○"/>
              <a:defRPr>
                <a:solidFill>
                  <a:schemeClr val="dk1"/>
                </a:solidFill>
              </a:defRPr>
            </a:lvl5pPr>
            <a:lvl6pPr lvl="5" rtl="0">
              <a:lnSpc>
                <a:spcPct val="100000"/>
              </a:lnSpc>
              <a:spcBef>
                <a:spcPts val="0"/>
              </a:spcBef>
              <a:spcAft>
                <a:spcPts val="0"/>
              </a:spcAft>
              <a:buClr>
                <a:schemeClr val="dk1"/>
              </a:buClr>
              <a:buSzPts val="1400"/>
              <a:buChar char="■"/>
              <a:defRPr>
                <a:solidFill>
                  <a:schemeClr val="dk1"/>
                </a:solidFill>
              </a:defRPr>
            </a:lvl6pPr>
            <a:lvl7pPr lvl="6" rtl="0">
              <a:lnSpc>
                <a:spcPct val="100000"/>
              </a:lnSpc>
              <a:spcBef>
                <a:spcPts val="0"/>
              </a:spcBef>
              <a:spcAft>
                <a:spcPts val="0"/>
              </a:spcAft>
              <a:buClr>
                <a:schemeClr val="dk1"/>
              </a:buClr>
              <a:buSzPts val="1400"/>
              <a:buChar char="●"/>
              <a:defRPr>
                <a:solidFill>
                  <a:schemeClr val="dk1"/>
                </a:solidFill>
              </a:defRPr>
            </a:lvl7pPr>
            <a:lvl8pPr lvl="7" rtl="0">
              <a:lnSpc>
                <a:spcPct val="100000"/>
              </a:lnSpc>
              <a:spcBef>
                <a:spcPts val="0"/>
              </a:spcBef>
              <a:spcAft>
                <a:spcPts val="0"/>
              </a:spcAft>
              <a:buClr>
                <a:schemeClr val="dk1"/>
              </a:buClr>
              <a:buSzPts val="1400"/>
              <a:buChar char="○"/>
              <a:defRPr>
                <a:solidFill>
                  <a:schemeClr val="dk1"/>
                </a:solidFill>
              </a:defRPr>
            </a:lvl8pPr>
            <a:lvl9pPr lvl="8" rtl="0">
              <a:lnSpc>
                <a:spcPct val="100000"/>
              </a:lnSpc>
              <a:spcBef>
                <a:spcPts val="0"/>
              </a:spcBef>
              <a:spcAft>
                <a:spcPts val="0"/>
              </a:spcAft>
              <a:buClr>
                <a:schemeClr val="dk1"/>
              </a:buClr>
              <a:buSzPts val="1400"/>
              <a:buChar char="■"/>
              <a:defRPr>
                <a:solidFill>
                  <a:schemeClr val="dk1"/>
                </a:solidFill>
              </a:defRPr>
            </a:lvl9pPr>
          </a:lstStyle>
          <a:p>
            <a:endParaRPr/>
          </a:p>
        </p:txBody>
      </p:sp>
      <p:sp>
        <p:nvSpPr>
          <p:cNvPr id="123" name="Google Shape;123;p17"/>
          <p:cNvSpPr txBox="1">
            <a:spLocks noGrp="1"/>
          </p:cNvSpPr>
          <p:nvPr>
            <p:ph type="subTitle" idx="2"/>
          </p:nvPr>
        </p:nvSpPr>
        <p:spPr>
          <a:xfrm>
            <a:off x="1018525" y="1457300"/>
            <a:ext cx="4221300" cy="3151200"/>
          </a:xfrm>
          <a:prstGeom prst="rect">
            <a:avLst/>
          </a:prstGeom>
          <a:noFill/>
          <a:ln>
            <a:noFill/>
          </a:ln>
        </p:spPr>
        <p:txBody>
          <a:bodyPr spcFirstLastPara="1" wrap="square" lIns="91425" tIns="182875" rIns="91425" bIns="0" anchor="t" anchorCtr="0">
            <a:noAutofit/>
          </a:bodyPr>
          <a:lstStyle>
            <a:lvl1pPr lvl="0" rtl="0">
              <a:lnSpc>
                <a:spcPct val="100000"/>
              </a:lnSpc>
              <a:spcBef>
                <a:spcPts val="0"/>
              </a:spcBef>
              <a:spcAft>
                <a:spcPts val="0"/>
              </a:spcAft>
              <a:buClr>
                <a:schemeClr val="dk1"/>
              </a:buClr>
              <a:buSzPts val="1400"/>
              <a:buChar char="●"/>
              <a:defRPr sz="13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Char char="○"/>
              <a:defRPr>
                <a:solidFill>
                  <a:schemeClr val="dk1"/>
                </a:solidFill>
              </a:defRPr>
            </a:lvl2pPr>
            <a:lvl3pPr lvl="2" rtl="0">
              <a:lnSpc>
                <a:spcPct val="100000"/>
              </a:lnSpc>
              <a:spcBef>
                <a:spcPts val="0"/>
              </a:spcBef>
              <a:spcAft>
                <a:spcPts val="0"/>
              </a:spcAft>
              <a:buClr>
                <a:schemeClr val="dk1"/>
              </a:buClr>
              <a:buSzPts val="1400"/>
              <a:buChar char="■"/>
              <a:defRPr>
                <a:solidFill>
                  <a:schemeClr val="dk1"/>
                </a:solidFill>
              </a:defRPr>
            </a:lvl3pPr>
            <a:lvl4pPr lvl="3" rtl="0">
              <a:lnSpc>
                <a:spcPct val="100000"/>
              </a:lnSpc>
              <a:spcBef>
                <a:spcPts val="0"/>
              </a:spcBef>
              <a:spcAft>
                <a:spcPts val="0"/>
              </a:spcAft>
              <a:buClr>
                <a:schemeClr val="dk1"/>
              </a:buClr>
              <a:buSzPts val="1400"/>
              <a:buChar char="●"/>
              <a:defRPr>
                <a:solidFill>
                  <a:schemeClr val="dk1"/>
                </a:solidFill>
              </a:defRPr>
            </a:lvl4pPr>
            <a:lvl5pPr lvl="4" rtl="0">
              <a:lnSpc>
                <a:spcPct val="100000"/>
              </a:lnSpc>
              <a:spcBef>
                <a:spcPts val="0"/>
              </a:spcBef>
              <a:spcAft>
                <a:spcPts val="0"/>
              </a:spcAft>
              <a:buClr>
                <a:schemeClr val="dk1"/>
              </a:buClr>
              <a:buSzPts val="1400"/>
              <a:buChar char="○"/>
              <a:defRPr>
                <a:solidFill>
                  <a:schemeClr val="dk1"/>
                </a:solidFill>
              </a:defRPr>
            </a:lvl5pPr>
            <a:lvl6pPr lvl="5" rtl="0">
              <a:lnSpc>
                <a:spcPct val="100000"/>
              </a:lnSpc>
              <a:spcBef>
                <a:spcPts val="0"/>
              </a:spcBef>
              <a:spcAft>
                <a:spcPts val="0"/>
              </a:spcAft>
              <a:buClr>
                <a:schemeClr val="dk1"/>
              </a:buClr>
              <a:buSzPts val="1400"/>
              <a:buChar char="■"/>
              <a:defRPr>
                <a:solidFill>
                  <a:schemeClr val="dk1"/>
                </a:solidFill>
              </a:defRPr>
            </a:lvl6pPr>
            <a:lvl7pPr lvl="6" rtl="0">
              <a:lnSpc>
                <a:spcPct val="100000"/>
              </a:lnSpc>
              <a:spcBef>
                <a:spcPts val="0"/>
              </a:spcBef>
              <a:spcAft>
                <a:spcPts val="0"/>
              </a:spcAft>
              <a:buClr>
                <a:schemeClr val="dk1"/>
              </a:buClr>
              <a:buSzPts val="1400"/>
              <a:buChar char="●"/>
              <a:defRPr>
                <a:solidFill>
                  <a:schemeClr val="dk1"/>
                </a:solidFill>
              </a:defRPr>
            </a:lvl7pPr>
            <a:lvl8pPr lvl="7" rtl="0">
              <a:lnSpc>
                <a:spcPct val="100000"/>
              </a:lnSpc>
              <a:spcBef>
                <a:spcPts val="0"/>
              </a:spcBef>
              <a:spcAft>
                <a:spcPts val="0"/>
              </a:spcAft>
              <a:buClr>
                <a:schemeClr val="dk1"/>
              </a:buClr>
              <a:buSzPts val="1400"/>
              <a:buChar char="○"/>
              <a:defRPr>
                <a:solidFill>
                  <a:schemeClr val="dk1"/>
                </a:solidFill>
              </a:defRPr>
            </a:lvl8pPr>
            <a:lvl9pPr lvl="8" rtl="0">
              <a:lnSpc>
                <a:spcPct val="100000"/>
              </a:lnSpc>
              <a:spcBef>
                <a:spcPts val="0"/>
              </a:spcBef>
              <a:spcAft>
                <a:spcPts val="0"/>
              </a:spcAft>
              <a:buClr>
                <a:schemeClr val="dk1"/>
              </a:buClr>
              <a:buSzPts val="1400"/>
              <a:buChar char="■"/>
              <a:defRPr>
                <a:solidFill>
                  <a:schemeClr val="dk1"/>
                </a:solidFill>
              </a:defRPr>
            </a:lvl9pPr>
          </a:lstStyle>
          <a:p>
            <a:endParaRPr/>
          </a:p>
        </p:txBody>
      </p:sp>
      <p:sp>
        <p:nvSpPr>
          <p:cNvPr id="124" name="Google Shape;124;p17"/>
          <p:cNvSpPr txBox="1">
            <a:spLocks noGrp="1"/>
          </p:cNvSpPr>
          <p:nvPr>
            <p:ph type="title"/>
          </p:nvPr>
        </p:nvSpPr>
        <p:spPr>
          <a:xfrm>
            <a:off x="713225" y="476525"/>
            <a:ext cx="6960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125" name="Google Shape;125;p17"/>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126" name="Google Shape;126;p17"/>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umbers and text">
  <p:cSld name="CUSTOM_1">
    <p:spTree>
      <p:nvGrpSpPr>
        <p:cNvPr id="1" name="Shape 127"/>
        <p:cNvGrpSpPr/>
        <p:nvPr/>
      </p:nvGrpSpPr>
      <p:grpSpPr>
        <a:xfrm>
          <a:off x="0" y="0"/>
          <a:ext cx="0" cy="0"/>
          <a:chOff x="0" y="0"/>
          <a:chExt cx="0" cy="0"/>
        </a:xfrm>
      </p:grpSpPr>
      <p:sp>
        <p:nvSpPr>
          <p:cNvPr id="128" name="Google Shape;128;p18"/>
          <p:cNvSpPr txBox="1">
            <a:spLocks noGrp="1"/>
          </p:cNvSpPr>
          <p:nvPr>
            <p:ph type="title" hasCustomPrompt="1"/>
          </p:nvPr>
        </p:nvSpPr>
        <p:spPr>
          <a:xfrm>
            <a:off x="1944275" y="1378950"/>
            <a:ext cx="2286000" cy="572700"/>
          </a:xfrm>
          <a:prstGeom prst="rect">
            <a:avLst/>
          </a:prstGeom>
        </p:spPr>
        <p:txBody>
          <a:bodyPr spcFirstLastPara="1" wrap="square" lIns="91425" tIns="0" rIns="91425" bIns="91425" anchor="t" anchorCtr="0">
            <a:noAutofit/>
          </a:bodyPr>
          <a:lstStyle>
            <a:lvl1pPr lvl="0" rtl="0">
              <a:spcBef>
                <a:spcPts val="0"/>
              </a:spcBef>
              <a:spcAft>
                <a:spcPts val="0"/>
              </a:spcAft>
              <a:buClr>
                <a:schemeClr val="accent1"/>
              </a:buClr>
              <a:buSzPts val="3000"/>
              <a:buFont typeface="Josefin Sans"/>
              <a:buNone/>
              <a:defRPr sz="3600" b="1">
                <a:solidFill>
                  <a:schemeClr val="accent1"/>
                </a:solidFill>
                <a:latin typeface="Josefin Sans"/>
                <a:ea typeface="Josefin Sans"/>
                <a:cs typeface="Josefin Sans"/>
                <a:sym typeface="Josefin Sans"/>
              </a:defRPr>
            </a:lvl1pPr>
            <a:lvl2pPr lvl="1" rtl="0">
              <a:spcBef>
                <a:spcPts val="0"/>
              </a:spcBef>
              <a:spcAft>
                <a:spcPts val="0"/>
              </a:spcAft>
              <a:buSzPts val="3000"/>
              <a:buFont typeface="Josefin Sans"/>
              <a:buNone/>
              <a:defRPr sz="3000" b="1">
                <a:latin typeface="Josefin Sans"/>
                <a:ea typeface="Josefin Sans"/>
                <a:cs typeface="Josefin Sans"/>
                <a:sym typeface="Josefin Sans"/>
              </a:defRPr>
            </a:lvl2pPr>
            <a:lvl3pPr lvl="2" rtl="0">
              <a:spcBef>
                <a:spcPts val="0"/>
              </a:spcBef>
              <a:spcAft>
                <a:spcPts val="0"/>
              </a:spcAft>
              <a:buSzPts val="3000"/>
              <a:buFont typeface="Josefin Sans"/>
              <a:buNone/>
              <a:defRPr sz="3000" b="1">
                <a:latin typeface="Josefin Sans"/>
                <a:ea typeface="Josefin Sans"/>
                <a:cs typeface="Josefin Sans"/>
                <a:sym typeface="Josefin Sans"/>
              </a:defRPr>
            </a:lvl3pPr>
            <a:lvl4pPr lvl="3" rtl="0">
              <a:spcBef>
                <a:spcPts val="0"/>
              </a:spcBef>
              <a:spcAft>
                <a:spcPts val="0"/>
              </a:spcAft>
              <a:buSzPts val="3000"/>
              <a:buFont typeface="Josefin Sans"/>
              <a:buNone/>
              <a:defRPr sz="3000" b="1">
                <a:latin typeface="Josefin Sans"/>
                <a:ea typeface="Josefin Sans"/>
                <a:cs typeface="Josefin Sans"/>
                <a:sym typeface="Josefin Sans"/>
              </a:defRPr>
            </a:lvl4pPr>
            <a:lvl5pPr lvl="4" rtl="0">
              <a:spcBef>
                <a:spcPts val="0"/>
              </a:spcBef>
              <a:spcAft>
                <a:spcPts val="0"/>
              </a:spcAft>
              <a:buSzPts val="3000"/>
              <a:buFont typeface="Josefin Sans"/>
              <a:buNone/>
              <a:defRPr sz="3000" b="1">
                <a:latin typeface="Josefin Sans"/>
                <a:ea typeface="Josefin Sans"/>
                <a:cs typeface="Josefin Sans"/>
                <a:sym typeface="Josefin Sans"/>
              </a:defRPr>
            </a:lvl5pPr>
            <a:lvl6pPr lvl="5" rtl="0">
              <a:spcBef>
                <a:spcPts val="0"/>
              </a:spcBef>
              <a:spcAft>
                <a:spcPts val="0"/>
              </a:spcAft>
              <a:buSzPts val="3000"/>
              <a:buFont typeface="Josefin Sans"/>
              <a:buNone/>
              <a:defRPr sz="3000" b="1">
                <a:latin typeface="Josefin Sans"/>
                <a:ea typeface="Josefin Sans"/>
                <a:cs typeface="Josefin Sans"/>
                <a:sym typeface="Josefin Sans"/>
              </a:defRPr>
            </a:lvl6pPr>
            <a:lvl7pPr lvl="6" rtl="0">
              <a:spcBef>
                <a:spcPts val="0"/>
              </a:spcBef>
              <a:spcAft>
                <a:spcPts val="0"/>
              </a:spcAft>
              <a:buSzPts val="3000"/>
              <a:buFont typeface="Josefin Sans"/>
              <a:buNone/>
              <a:defRPr sz="3000" b="1">
                <a:latin typeface="Josefin Sans"/>
                <a:ea typeface="Josefin Sans"/>
                <a:cs typeface="Josefin Sans"/>
                <a:sym typeface="Josefin Sans"/>
              </a:defRPr>
            </a:lvl7pPr>
            <a:lvl8pPr lvl="7" rtl="0">
              <a:spcBef>
                <a:spcPts val="0"/>
              </a:spcBef>
              <a:spcAft>
                <a:spcPts val="0"/>
              </a:spcAft>
              <a:buSzPts val="3000"/>
              <a:buFont typeface="Josefin Sans"/>
              <a:buNone/>
              <a:defRPr sz="3000" b="1">
                <a:latin typeface="Josefin Sans"/>
                <a:ea typeface="Josefin Sans"/>
                <a:cs typeface="Josefin Sans"/>
                <a:sym typeface="Josefin Sans"/>
              </a:defRPr>
            </a:lvl8pPr>
            <a:lvl9pPr lvl="8" rtl="0">
              <a:spcBef>
                <a:spcPts val="0"/>
              </a:spcBef>
              <a:spcAft>
                <a:spcPts val="0"/>
              </a:spcAft>
              <a:buSzPts val="3000"/>
              <a:buFont typeface="Josefin Sans"/>
              <a:buNone/>
              <a:defRPr sz="3000" b="1">
                <a:latin typeface="Josefin Sans"/>
                <a:ea typeface="Josefin Sans"/>
                <a:cs typeface="Josefin Sans"/>
                <a:sym typeface="Josefin Sans"/>
              </a:defRPr>
            </a:lvl9pPr>
          </a:lstStyle>
          <a:p>
            <a:r>
              <a:t>xx%</a:t>
            </a:r>
          </a:p>
        </p:txBody>
      </p:sp>
      <p:sp>
        <p:nvSpPr>
          <p:cNvPr id="129" name="Google Shape;129;p18"/>
          <p:cNvSpPr txBox="1">
            <a:spLocks noGrp="1"/>
          </p:cNvSpPr>
          <p:nvPr>
            <p:ph type="subTitle" idx="1"/>
          </p:nvPr>
        </p:nvSpPr>
        <p:spPr>
          <a:xfrm>
            <a:off x="1944275" y="2060846"/>
            <a:ext cx="2286000" cy="496800"/>
          </a:xfrm>
          <a:prstGeom prst="rect">
            <a:avLst/>
          </a:prstGeom>
          <a:noFill/>
          <a:ln>
            <a:noFill/>
          </a:ln>
        </p:spPr>
        <p:txBody>
          <a:bodyPr spcFirstLastPara="1" wrap="square" lIns="91425" tIns="201150" rIns="91425" bIns="91425" anchor="t" anchorCtr="0">
            <a:noAutofit/>
          </a:bodyPr>
          <a:lstStyle>
            <a:lvl1pPr lvl="0" rtl="0">
              <a:lnSpc>
                <a:spcPct val="100000"/>
              </a:lnSpc>
              <a:spcBef>
                <a:spcPts val="0"/>
              </a:spcBef>
              <a:spcAft>
                <a:spcPts val="0"/>
              </a:spcAft>
              <a:buClr>
                <a:schemeClr val="dk1"/>
              </a:buClr>
              <a:buSzPts val="1400"/>
              <a:buFont typeface="Josefin Sans Light"/>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0" name="Google Shape;130;p18"/>
          <p:cNvSpPr txBox="1">
            <a:spLocks noGrp="1"/>
          </p:cNvSpPr>
          <p:nvPr>
            <p:ph type="title" idx="2" hasCustomPrompt="1"/>
          </p:nvPr>
        </p:nvSpPr>
        <p:spPr>
          <a:xfrm>
            <a:off x="4913750" y="1378950"/>
            <a:ext cx="2283600" cy="572700"/>
          </a:xfrm>
          <a:prstGeom prst="rect">
            <a:avLst/>
          </a:prstGeom>
        </p:spPr>
        <p:txBody>
          <a:bodyPr spcFirstLastPara="1" wrap="square" lIns="91425" tIns="0" rIns="91425" bIns="91425" anchor="t" anchorCtr="0">
            <a:noAutofit/>
          </a:bodyPr>
          <a:lstStyle>
            <a:lvl1pPr lvl="0" rtl="0">
              <a:spcBef>
                <a:spcPts val="0"/>
              </a:spcBef>
              <a:spcAft>
                <a:spcPts val="0"/>
              </a:spcAft>
              <a:buClr>
                <a:schemeClr val="accent1"/>
              </a:buClr>
              <a:buSzPts val="3000"/>
              <a:buFont typeface="Josefin Sans"/>
              <a:buNone/>
              <a:defRPr sz="3600" b="1">
                <a:solidFill>
                  <a:schemeClr val="accent1"/>
                </a:solidFill>
                <a:latin typeface="Josefin Sans"/>
                <a:ea typeface="Josefin Sans"/>
                <a:cs typeface="Josefin Sans"/>
                <a:sym typeface="Josefin Sans"/>
              </a:defRPr>
            </a:lvl1pPr>
            <a:lvl2pPr lvl="1" rtl="0">
              <a:spcBef>
                <a:spcPts val="0"/>
              </a:spcBef>
              <a:spcAft>
                <a:spcPts val="0"/>
              </a:spcAft>
              <a:buSzPts val="3000"/>
              <a:buFont typeface="Josefin Sans"/>
              <a:buNone/>
              <a:defRPr sz="3000" b="1">
                <a:latin typeface="Josefin Sans"/>
                <a:ea typeface="Josefin Sans"/>
                <a:cs typeface="Josefin Sans"/>
                <a:sym typeface="Josefin Sans"/>
              </a:defRPr>
            </a:lvl2pPr>
            <a:lvl3pPr lvl="2" rtl="0">
              <a:spcBef>
                <a:spcPts val="0"/>
              </a:spcBef>
              <a:spcAft>
                <a:spcPts val="0"/>
              </a:spcAft>
              <a:buSzPts val="3000"/>
              <a:buFont typeface="Josefin Sans"/>
              <a:buNone/>
              <a:defRPr sz="3000" b="1">
                <a:latin typeface="Josefin Sans"/>
                <a:ea typeface="Josefin Sans"/>
                <a:cs typeface="Josefin Sans"/>
                <a:sym typeface="Josefin Sans"/>
              </a:defRPr>
            </a:lvl3pPr>
            <a:lvl4pPr lvl="3" rtl="0">
              <a:spcBef>
                <a:spcPts val="0"/>
              </a:spcBef>
              <a:spcAft>
                <a:spcPts val="0"/>
              </a:spcAft>
              <a:buSzPts val="3000"/>
              <a:buFont typeface="Josefin Sans"/>
              <a:buNone/>
              <a:defRPr sz="3000" b="1">
                <a:latin typeface="Josefin Sans"/>
                <a:ea typeface="Josefin Sans"/>
                <a:cs typeface="Josefin Sans"/>
                <a:sym typeface="Josefin Sans"/>
              </a:defRPr>
            </a:lvl4pPr>
            <a:lvl5pPr lvl="4" rtl="0">
              <a:spcBef>
                <a:spcPts val="0"/>
              </a:spcBef>
              <a:spcAft>
                <a:spcPts val="0"/>
              </a:spcAft>
              <a:buSzPts val="3000"/>
              <a:buFont typeface="Josefin Sans"/>
              <a:buNone/>
              <a:defRPr sz="3000" b="1">
                <a:latin typeface="Josefin Sans"/>
                <a:ea typeface="Josefin Sans"/>
                <a:cs typeface="Josefin Sans"/>
                <a:sym typeface="Josefin Sans"/>
              </a:defRPr>
            </a:lvl5pPr>
            <a:lvl6pPr lvl="5" rtl="0">
              <a:spcBef>
                <a:spcPts val="0"/>
              </a:spcBef>
              <a:spcAft>
                <a:spcPts val="0"/>
              </a:spcAft>
              <a:buSzPts val="3000"/>
              <a:buFont typeface="Josefin Sans"/>
              <a:buNone/>
              <a:defRPr sz="3000" b="1">
                <a:latin typeface="Josefin Sans"/>
                <a:ea typeface="Josefin Sans"/>
                <a:cs typeface="Josefin Sans"/>
                <a:sym typeface="Josefin Sans"/>
              </a:defRPr>
            </a:lvl6pPr>
            <a:lvl7pPr lvl="6" rtl="0">
              <a:spcBef>
                <a:spcPts val="0"/>
              </a:spcBef>
              <a:spcAft>
                <a:spcPts val="0"/>
              </a:spcAft>
              <a:buSzPts val="3000"/>
              <a:buFont typeface="Josefin Sans"/>
              <a:buNone/>
              <a:defRPr sz="3000" b="1">
                <a:latin typeface="Josefin Sans"/>
                <a:ea typeface="Josefin Sans"/>
                <a:cs typeface="Josefin Sans"/>
                <a:sym typeface="Josefin Sans"/>
              </a:defRPr>
            </a:lvl7pPr>
            <a:lvl8pPr lvl="7" rtl="0">
              <a:spcBef>
                <a:spcPts val="0"/>
              </a:spcBef>
              <a:spcAft>
                <a:spcPts val="0"/>
              </a:spcAft>
              <a:buSzPts val="3000"/>
              <a:buFont typeface="Josefin Sans"/>
              <a:buNone/>
              <a:defRPr sz="3000" b="1">
                <a:latin typeface="Josefin Sans"/>
                <a:ea typeface="Josefin Sans"/>
                <a:cs typeface="Josefin Sans"/>
                <a:sym typeface="Josefin Sans"/>
              </a:defRPr>
            </a:lvl8pPr>
            <a:lvl9pPr lvl="8" rtl="0">
              <a:spcBef>
                <a:spcPts val="0"/>
              </a:spcBef>
              <a:spcAft>
                <a:spcPts val="0"/>
              </a:spcAft>
              <a:buSzPts val="3000"/>
              <a:buFont typeface="Josefin Sans"/>
              <a:buNone/>
              <a:defRPr sz="3000" b="1">
                <a:latin typeface="Josefin Sans"/>
                <a:ea typeface="Josefin Sans"/>
                <a:cs typeface="Josefin Sans"/>
                <a:sym typeface="Josefin Sans"/>
              </a:defRPr>
            </a:lvl9pPr>
          </a:lstStyle>
          <a:p>
            <a:r>
              <a:t>xx%</a:t>
            </a:r>
          </a:p>
        </p:txBody>
      </p:sp>
      <p:sp>
        <p:nvSpPr>
          <p:cNvPr id="131" name="Google Shape;131;p18"/>
          <p:cNvSpPr txBox="1">
            <a:spLocks noGrp="1"/>
          </p:cNvSpPr>
          <p:nvPr>
            <p:ph type="subTitle" idx="3"/>
          </p:nvPr>
        </p:nvSpPr>
        <p:spPr>
          <a:xfrm>
            <a:off x="4913731" y="2060846"/>
            <a:ext cx="2286000" cy="496800"/>
          </a:xfrm>
          <a:prstGeom prst="rect">
            <a:avLst/>
          </a:prstGeom>
          <a:noFill/>
          <a:ln>
            <a:noFill/>
          </a:ln>
        </p:spPr>
        <p:txBody>
          <a:bodyPr spcFirstLastPara="1" wrap="square" lIns="91425" tIns="201150" rIns="91425" bIns="91425" anchor="t" anchorCtr="0">
            <a:noAutofit/>
          </a:bodyPr>
          <a:lstStyle>
            <a:lvl1pPr lvl="0" rtl="0">
              <a:lnSpc>
                <a:spcPct val="100000"/>
              </a:lnSpc>
              <a:spcBef>
                <a:spcPts val="0"/>
              </a:spcBef>
              <a:spcAft>
                <a:spcPts val="0"/>
              </a:spcAft>
              <a:buClr>
                <a:schemeClr val="dk1"/>
              </a:buClr>
              <a:buSzPts val="1400"/>
              <a:buFont typeface="Josefin Sans Light"/>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2" name="Google Shape;132;p18"/>
          <p:cNvSpPr txBox="1">
            <a:spLocks noGrp="1"/>
          </p:cNvSpPr>
          <p:nvPr>
            <p:ph type="title" idx="4" hasCustomPrompt="1"/>
          </p:nvPr>
        </p:nvSpPr>
        <p:spPr>
          <a:xfrm>
            <a:off x="1944277" y="3017250"/>
            <a:ext cx="2283600" cy="576000"/>
          </a:xfrm>
          <a:prstGeom prst="rect">
            <a:avLst/>
          </a:prstGeom>
        </p:spPr>
        <p:txBody>
          <a:bodyPr spcFirstLastPara="1" wrap="square" lIns="91425" tIns="0" rIns="91425" bIns="91425" anchor="t" anchorCtr="0">
            <a:noAutofit/>
          </a:bodyPr>
          <a:lstStyle>
            <a:lvl1pPr lvl="0" rtl="0">
              <a:spcBef>
                <a:spcPts val="0"/>
              </a:spcBef>
              <a:spcAft>
                <a:spcPts val="0"/>
              </a:spcAft>
              <a:buClr>
                <a:schemeClr val="accent1"/>
              </a:buClr>
              <a:buSzPts val="3000"/>
              <a:buFont typeface="Josefin Sans"/>
              <a:buNone/>
              <a:defRPr sz="3600" b="1">
                <a:solidFill>
                  <a:schemeClr val="accent1"/>
                </a:solidFill>
                <a:latin typeface="Josefin Sans"/>
                <a:ea typeface="Josefin Sans"/>
                <a:cs typeface="Josefin Sans"/>
                <a:sym typeface="Josefin Sans"/>
              </a:defRPr>
            </a:lvl1pPr>
            <a:lvl2pPr lvl="1" rtl="0">
              <a:spcBef>
                <a:spcPts val="0"/>
              </a:spcBef>
              <a:spcAft>
                <a:spcPts val="0"/>
              </a:spcAft>
              <a:buSzPts val="3000"/>
              <a:buFont typeface="Josefin Sans"/>
              <a:buNone/>
              <a:defRPr sz="3000" b="1">
                <a:latin typeface="Josefin Sans"/>
                <a:ea typeface="Josefin Sans"/>
                <a:cs typeface="Josefin Sans"/>
                <a:sym typeface="Josefin Sans"/>
              </a:defRPr>
            </a:lvl2pPr>
            <a:lvl3pPr lvl="2" rtl="0">
              <a:spcBef>
                <a:spcPts val="0"/>
              </a:spcBef>
              <a:spcAft>
                <a:spcPts val="0"/>
              </a:spcAft>
              <a:buSzPts val="3000"/>
              <a:buFont typeface="Josefin Sans"/>
              <a:buNone/>
              <a:defRPr sz="3000" b="1">
                <a:latin typeface="Josefin Sans"/>
                <a:ea typeface="Josefin Sans"/>
                <a:cs typeface="Josefin Sans"/>
                <a:sym typeface="Josefin Sans"/>
              </a:defRPr>
            </a:lvl3pPr>
            <a:lvl4pPr lvl="3" rtl="0">
              <a:spcBef>
                <a:spcPts val="0"/>
              </a:spcBef>
              <a:spcAft>
                <a:spcPts val="0"/>
              </a:spcAft>
              <a:buSzPts val="3000"/>
              <a:buFont typeface="Josefin Sans"/>
              <a:buNone/>
              <a:defRPr sz="3000" b="1">
                <a:latin typeface="Josefin Sans"/>
                <a:ea typeface="Josefin Sans"/>
                <a:cs typeface="Josefin Sans"/>
                <a:sym typeface="Josefin Sans"/>
              </a:defRPr>
            </a:lvl4pPr>
            <a:lvl5pPr lvl="4" rtl="0">
              <a:spcBef>
                <a:spcPts val="0"/>
              </a:spcBef>
              <a:spcAft>
                <a:spcPts val="0"/>
              </a:spcAft>
              <a:buSzPts val="3000"/>
              <a:buFont typeface="Josefin Sans"/>
              <a:buNone/>
              <a:defRPr sz="3000" b="1">
                <a:latin typeface="Josefin Sans"/>
                <a:ea typeface="Josefin Sans"/>
                <a:cs typeface="Josefin Sans"/>
                <a:sym typeface="Josefin Sans"/>
              </a:defRPr>
            </a:lvl5pPr>
            <a:lvl6pPr lvl="5" rtl="0">
              <a:spcBef>
                <a:spcPts val="0"/>
              </a:spcBef>
              <a:spcAft>
                <a:spcPts val="0"/>
              </a:spcAft>
              <a:buSzPts val="3000"/>
              <a:buFont typeface="Josefin Sans"/>
              <a:buNone/>
              <a:defRPr sz="3000" b="1">
                <a:latin typeface="Josefin Sans"/>
                <a:ea typeface="Josefin Sans"/>
                <a:cs typeface="Josefin Sans"/>
                <a:sym typeface="Josefin Sans"/>
              </a:defRPr>
            </a:lvl6pPr>
            <a:lvl7pPr lvl="6" rtl="0">
              <a:spcBef>
                <a:spcPts val="0"/>
              </a:spcBef>
              <a:spcAft>
                <a:spcPts val="0"/>
              </a:spcAft>
              <a:buSzPts val="3000"/>
              <a:buFont typeface="Josefin Sans"/>
              <a:buNone/>
              <a:defRPr sz="3000" b="1">
                <a:latin typeface="Josefin Sans"/>
                <a:ea typeface="Josefin Sans"/>
                <a:cs typeface="Josefin Sans"/>
                <a:sym typeface="Josefin Sans"/>
              </a:defRPr>
            </a:lvl7pPr>
            <a:lvl8pPr lvl="7" rtl="0">
              <a:spcBef>
                <a:spcPts val="0"/>
              </a:spcBef>
              <a:spcAft>
                <a:spcPts val="0"/>
              </a:spcAft>
              <a:buSzPts val="3000"/>
              <a:buFont typeface="Josefin Sans"/>
              <a:buNone/>
              <a:defRPr sz="3000" b="1">
                <a:latin typeface="Josefin Sans"/>
                <a:ea typeface="Josefin Sans"/>
                <a:cs typeface="Josefin Sans"/>
                <a:sym typeface="Josefin Sans"/>
              </a:defRPr>
            </a:lvl8pPr>
            <a:lvl9pPr lvl="8" rtl="0">
              <a:spcBef>
                <a:spcPts val="0"/>
              </a:spcBef>
              <a:spcAft>
                <a:spcPts val="0"/>
              </a:spcAft>
              <a:buSzPts val="3000"/>
              <a:buFont typeface="Josefin Sans"/>
              <a:buNone/>
              <a:defRPr sz="3000" b="1">
                <a:latin typeface="Josefin Sans"/>
                <a:ea typeface="Josefin Sans"/>
                <a:cs typeface="Josefin Sans"/>
                <a:sym typeface="Josefin Sans"/>
              </a:defRPr>
            </a:lvl9pPr>
          </a:lstStyle>
          <a:p>
            <a:r>
              <a:t>xx%</a:t>
            </a:r>
          </a:p>
        </p:txBody>
      </p:sp>
      <p:sp>
        <p:nvSpPr>
          <p:cNvPr id="133" name="Google Shape;133;p18"/>
          <p:cNvSpPr txBox="1">
            <a:spLocks noGrp="1"/>
          </p:cNvSpPr>
          <p:nvPr>
            <p:ph type="subTitle" idx="5"/>
          </p:nvPr>
        </p:nvSpPr>
        <p:spPr>
          <a:xfrm>
            <a:off x="1944263" y="3699140"/>
            <a:ext cx="2286000" cy="493800"/>
          </a:xfrm>
          <a:prstGeom prst="rect">
            <a:avLst/>
          </a:prstGeom>
          <a:noFill/>
          <a:ln>
            <a:noFill/>
          </a:ln>
        </p:spPr>
        <p:txBody>
          <a:bodyPr spcFirstLastPara="1" wrap="square" lIns="91425" tIns="201150" rIns="91425" bIns="91425" anchor="t" anchorCtr="0">
            <a:noAutofit/>
          </a:bodyPr>
          <a:lstStyle>
            <a:lvl1pPr lvl="0" rtl="0">
              <a:lnSpc>
                <a:spcPct val="100000"/>
              </a:lnSpc>
              <a:spcBef>
                <a:spcPts val="0"/>
              </a:spcBef>
              <a:spcAft>
                <a:spcPts val="0"/>
              </a:spcAft>
              <a:buClr>
                <a:schemeClr val="dk1"/>
              </a:buClr>
              <a:buSzPts val="1400"/>
              <a:buFont typeface="Josefin Sans Light"/>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4" name="Google Shape;134;p18"/>
          <p:cNvSpPr txBox="1">
            <a:spLocks noGrp="1"/>
          </p:cNvSpPr>
          <p:nvPr>
            <p:ph type="title" idx="6" hasCustomPrompt="1"/>
          </p:nvPr>
        </p:nvSpPr>
        <p:spPr>
          <a:xfrm>
            <a:off x="4913752" y="3017250"/>
            <a:ext cx="2283600" cy="576000"/>
          </a:xfrm>
          <a:prstGeom prst="rect">
            <a:avLst/>
          </a:prstGeom>
        </p:spPr>
        <p:txBody>
          <a:bodyPr spcFirstLastPara="1" wrap="square" lIns="91425" tIns="0" rIns="91425" bIns="91425" anchor="t" anchorCtr="0">
            <a:noAutofit/>
          </a:bodyPr>
          <a:lstStyle>
            <a:lvl1pPr lvl="0" rtl="0">
              <a:spcBef>
                <a:spcPts val="0"/>
              </a:spcBef>
              <a:spcAft>
                <a:spcPts val="0"/>
              </a:spcAft>
              <a:buClr>
                <a:schemeClr val="accent1"/>
              </a:buClr>
              <a:buSzPts val="3000"/>
              <a:buFont typeface="Josefin Sans"/>
              <a:buNone/>
              <a:defRPr sz="3600" b="1">
                <a:solidFill>
                  <a:schemeClr val="accent1"/>
                </a:solidFill>
                <a:latin typeface="Josefin Sans"/>
                <a:ea typeface="Josefin Sans"/>
                <a:cs typeface="Josefin Sans"/>
                <a:sym typeface="Josefin Sans"/>
              </a:defRPr>
            </a:lvl1pPr>
            <a:lvl2pPr lvl="1" rtl="0">
              <a:spcBef>
                <a:spcPts val="0"/>
              </a:spcBef>
              <a:spcAft>
                <a:spcPts val="0"/>
              </a:spcAft>
              <a:buSzPts val="3000"/>
              <a:buFont typeface="Josefin Sans"/>
              <a:buNone/>
              <a:defRPr sz="3000" b="1">
                <a:latin typeface="Josefin Sans"/>
                <a:ea typeface="Josefin Sans"/>
                <a:cs typeface="Josefin Sans"/>
                <a:sym typeface="Josefin Sans"/>
              </a:defRPr>
            </a:lvl2pPr>
            <a:lvl3pPr lvl="2" rtl="0">
              <a:spcBef>
                <a:spcPts val="0"/>
              </a:spcBef>
              <a:spcAft>
                <a:spcPts val="0"/>
              </a:spcAft>
              <a:buSzPts val="3000"/>
              <a:buFont typeface="Josefin Sans"/>
              <a:buNone/>
              <a:defRPr sz="3000" b="1">
                <a:latin typeface="Josefin Sans"/>
                <a:ea typeface="Josefin Sans"/>
                <a:cs typeface="Josefin Sans"/>
                <a:sym typeface="Josefin Sans"/>
              </a:defRPr>
            </a:lvl3pPr>
            <a:lvl4pPr lvl="3" rtl="0">
              <a:spcBef>
                <a:spcPts val="0"/>
              </a:spcBef>
              <a:spcAft>
                <a:spcPts val="0"/>
              </a:spcAft>
              <a:buSzPts val="3000"/>
              <a:buFont typeface="Josefin Sans"/>
              <a:buNone/>
              <a:defRPr sz="3000" b="1">
                <a:latin typeface="Josefin Sans"/>
                <a:ea typeface="Josefin Sans"/>
                <a:cs typeface="Josefin Sans"/>
                <a:sym typeface="Josefin Sans"/>
              </a:defRPr>
            </a:lvl4pPr>
            <a:lvl5pPr lvl="4" rtl="0">
              <a:spcBef>
                <a:spcPts val="0"/>
              </a:spcBef>
              <a:spcAft>
                <a:spcPts val="0"/>
              </a:spcAft>
              <a:buSzPts val="3000"/>
              <a:buFont typeface="Josefin Sans"/>
              <a:buNone/>
              <a:defRPr sz="3000" b="1">
                <a:latin typeface="Josefin Sans"/>
                <a:ea typeface="Josefin Sans"/>
                <a:cs typeface="Josefin Sans"/>
                <a:sym typeface="Josefin Sans"/>
              </a:defRPr>
            </a:lvl5pPr>
            <a:lvl6pPr lvl="5" rtl="0">
              <a:spcBef>
                <a:spcPts val="0"/>
              </a:spcBef>
              <a:spcAft>
                <a:spcPts val="0"/>
              </a:spcAft>
              <a:buSzPts val="3000"/>
              <a:buFont typeface="Josefin Sans"/>
              <a:buNone/>
              <a:defRPr sz="3000" b="1">
                <a:latin typeface="Josefin Sans"/>
                <a:ea typeface="Josefin Sans"/>
                <a:cs typeface="Josefin Sans"/>
                <a:sym typeface="Josefin Sans"/>
              </a:defRPr>
            </a:lvl6pPr>
            <a:lvl7pPr lvl="6" rtl="0">
              <a:spcBef>
                <a:spcPts val="0"/>
              </a:spcBef>
              <a:spcAft>
                <a:spcPts val="0"/>
              </a:spcAft>
              <a:buSzPts val="3000"/>
              <a:buFont typeface="Josefin Sans"/>
              <a:buNone/>
              <a:defRPr sz="3000" b="1">
                <a:latin typeface="Josefin Sans"/>
                <a:ea typeface="Josefin Sans"/>
                <a:cs typeface="Josefin Sans"/>
                <a:sym typeface="Josefin Sans"/>
              </a:defRPr>
            </a:lvl7pPr>
            <a:lvl8pPr lvl="7" rtl="0">
              <a:spcBef>
                <a:spcPts val="0"/>
              </a:spcBef>
              <a:spcAft>
                <a:spcPts val="0"/>
              </a:spcAft>
              <a:buSzPts val="3000"/>
              <a:buFont typeface="Josefin Sans"/>
              <a:buNone/>
              <a:defRPr sz="3000" b="1">
                <a:latin typeface="Josefin Sans"/>
                <a:ea typeface="Josefin Sans"/>
                <a:cs typeface="Josefin Sans"/>
                <a:sym typeface="Josefin Sans"/>
              </a:defRPr>
            </a:lvl8pPr>
            <a:lvl9pPr lvl="8" rtl="0">
              <a:spcBef>
                <a:spcPts val="0"/>
              </a:spcBef>
              <a:spcAft>
                <a:spcPts val="0"/>
              </a:spcAft>
              <a:buSzPts val="3000"/>
              <a:buFont typeface="Josefin Sans"/>
              <a:buNone/>
              <a:defRPr sz="3000" b="1">
                <a:latin typeface="Josefin Sans"/>
                <a:ea typeface="Josefin Sans"/>
                <a:cs typeface="Josefin Sans"/>
                <a:sym typeface="Josefin Sans"/>
              </a:defRPr>
            </a:lvl9pPr>
          </a:lstStyle>
          <a:p>
            <a:r>
              <a:t>xx%</a:t>
            </a:r>
          </a:p>
        </p:txBody>
      </p:sp>
      <p:sp>
        <p:nvSpPr>
          <p:cNvPr id="135" name="Google Shape;135;p18"/>
          <p:cNvSpPr txBox="1">
            <a:spLocks noGrp="1"/>
          </p:cNvSpPr>
          <p:nvPr>
            <p:ph type="subTitle" idx="7"/>
          </p:nvPr>
        </p:nvSpPr>
        <p:spPr>
          <a:xfrm>
            <a:off x="4913727" y="3699140"/>
            <a:ext cx="2286000" cy="493800"/>
          </a:xfrm>
          <a:prstGeom prst="rect">
            <a:avLst/>
          </a:prstGeom>
          <a:noFill/>
          <a:ln>
            <a:noFill/>
          </a:ln>
        </p:spPr>
        <p:txBody>
          <a:bodyPr spcFirstLastPara="1" wrap="square" lIns="91425" tIns="201150" rIns="91425" bIns="91425" anchor="t" anchorCtr="0">
            <a:noAutofit/>
          </a:bodyPr>
          <a:lstStyle>
            <a:lvl1pPr lvl="0" rtl="0">
              <a:lnSpc>
                <a:spcPct val="100000"/>
              </a:lnSpc>
              <a:spcBef>
                <a:spcPts val="0"/>
              </a:spcBef>
              <a:spcAft>
                <a:spcPts val="0"/>
              </a:spcAft>
              <a:buClr>
                <a:schemeClr val="dk1"/>
              </a:buClr>
              <a:buSzPts val="1400"/>
              <a:buFont typeface="Josefin Sans Light"/>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6" name="Google Shape;136;p18"/>
          <p:cNvSpPr txBox="1">
            <a:spLocks noGrp="1"/>
          </p:cNvSpPr>
          <p:nvPr>
            <p:ph type="title" idx="8"/>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7" name="Google Shape;137;p18"/>
          <p:cNvSpPr txBox="1">
            <a:spLocks noGrp="1"/>
          </p:cNvSpPr>
          <p:nvPr>
            <p:ph type="title" idx="9"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138" name="Google Shape;138;p18"/>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cxnSp>
        <p:nvCxnSpPr>
          <p:cNvPr id="139" name="Google Shape;139;p18"/>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140" name="Google Shape;140;p18"/>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
  <p:cSld name="CUSTOM_2">
    <p:spTree>
      <p:nvGrpSpPr>
        <p:cNvPr id="1" name="Shape 141"/>
        <p:cNvGrpSpPr/>
        <p:nvPr/>
      </p:nvGrpSpPr>
      <p:grpSpPr>
        <a:xfrm>
          <a:off x="0" y="0"/>
          <a:ext cx="0" cy="0"/>
          <a:chOff x="0" y="0"/>
          <a:chExt cx="0" cy="0"/>
        </a:xfrm>
      </p:grpSpPr>
      <p:sp>
        <p:nvSpPr>
          <p:cNvPr id="142" name="Google Shape;142;p19"/>
          <p:cNvSpPr txBox="1">
            <a:spLocks noGrp="1"/>
          </p:cNvSpPr>
          <p:nvPr>
            <p:ph type="subTitle" idx="1"/>
          </p:nvPr>
        </p:nvSpPr>
        <p:spPr>
          <a:xfrm>
            <a:off x="973570" y="3307149"/>
            <a:ext cx="2263500" cy="809700"/>
          </a:xfrm>
          <a:prstGeom prst="rect">
            <a:avLst/>
          </a:prstGeom>
          <a:noFill/>
          <a:ln>
            <a:noFill/>
          </a:ln>
        </p:spPr>
        <p:txBody>
          <a:bodyPr spcFirstLastPara="1" wrap="square" lIns="91425" tIns="182875" rIns="91425" bIns="0" anchor="t" anchorCtr="0">
            <a:noAutofit/>
          </a:bodyPr>
          <a:lstStyle>
            <a:lvl1pPr lvl="0" rtl="0">
              <a:spcBef>
                <a:spcPts val="0"/>
              </a:spcBef>
              <a:spcAft>
                <a:spcPts val="0"/>
              </a:spcAft>
              <a:buClr>
                <a:schemeClr val="dk1"/>
              </a:buClr>
              <a:buSzPts val="1600"/>
              <a:buFont typeface="Josefin Sans Light"/>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43" name="Google Shape;143;p19"/>
          <p:cNvSpPr txBox="1">
            <a:spLocks noGrp="1"/>
          </p:cNvSpPr>
          <p:nvPr>
            <p:ph type="subTitle" idx="2"/>
          </p:nvPr>
        </p:nvSpPr>
        <p:spPr>
          <a:xfrm>
            <a:off x="3440245" y="3307149"/>
            <a:ext cx="2263500" cy="809700"/>
          </a:xfrm>
          <a:prstGeom prst="rect">
            <a:avLst/>
          </a:prstGeom>
          <a:noFill/>
          <a:ln>
            <a:noFill/>
          </a:ln>
        </p:spPr>
        <p:txBody>
          <a:bodyPr spcFirstLastPara="1" wrap="square" lIns="91425" tIns="182875" rIns="91425" bIns="0" anchor="t" anchorCtr="0">
            <a:noAutofit/>
          </a:bodyPr>
          <a:lstStyle>
            <a:lvl1pPr lvl="0" rtl="0">
              <a:lnSpc>
                <a:spcPct val="100000"/>
              </a:lnSpc>
              <a:spcBef>
                <a:spcPts val="0"/>
              </a:spcBef>
              <a:spcAft>
                <a:spcPts val="0"/>
              </a:spcAft>
              <a:buClr>
                <a:schemeClr val="dk1"/>
              </a:buClr>
              <a:buSzPts val="1600"/>
              <a:buFont typeface="Josefin Sans Light"/>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44" name="Google Shape;144;p19"/>
          <p:cNvSpPr txBox="1">
            <a:spLocks noGrp="1"/>
          </p:cNvSpPr>
          <p:nvPr>
            <p:ph type="subTitle" idx="3"/>
          </p:nvPr>
        </p:nvSpPr>
        <p:spPr>
          <a:xfrm>
            <a:off x="5906920" y="3307149"/>
            <a:ext cx="2263500" cy="809700"/>
          </a:xfrm>
          <a:prstGeom prst="rect">
            <a:avLst/>
          </a:prstGeom>
          <a:noFill/>
          <a:ln>
            <a:noFill/>
          </a:ln>
        </p:spPr>
        <p:txBody>
          <a:bodyPr spcFirstLastPara="1" wrap="square" lIns="91425" tIns="182875" rIns="91425" bIns="0" anchor="t" anchorCtr="0">
            <a:noAutofit/>
          </a:bodyPr>
          <a:lstStyle>
            <a:lvl1pPr lvl="0" rtl="0">
              <a:lnSpc>
                <a:spcPct val="100000"/>
              </a:lnSpc>
              <a:spcBef>
                <a:spcPts val="0"/>
              </a:spcBef>
              <a:spcAft>
                <a:spcPts val="0"/>
              </a:spcAft>
              <a:buClr>
                <a:schemeClr val="dk1"/>
              </a:buClr>
              <a:buSzPts val="1600"/>
              <a:buFont typeface="Josefin Sans Light"/>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45" name="Google Shape;145;p19"/>
          <p:cNvSpPr txBox="1">
            <a:spLocks noGrp="1"/>
          </p:cNvSpPr>
          <p:nvPr>
            <p:ph type="subTitle" idx="4"/>
          </p:nvPr>
        </p:nvSpPr>
        <p:spPr>
          <a:xfrm>
            <a:off x="973570" y="1543141"/>
            <a:ext cx="2263500" cy="393600"/>
          </a:xfrm>
          <a:prstGeom prst="rect">
            <a:avLst/>
          </a:prstGeom>
          <a:noFill/>
          <a:ln>
            <a:noFill/>
          </a:ln>
        </p:spPr>
        <p:txBody>
          <a:bodyPr spcFirstLastPara="1" wrap="square" lIns="91425" tIns="182875" rIns="91425" bIns="91425" anchor="t" anchorCtr="0">
            <a:noAutofit/>
          </a:bodyPr>
          <a:lstStyle>
            <a:lvl1pPr lvl="0" rtl="0">
              <a:spcBef>
                <a:spcPts val="0"/>
              </a:spcBef>
              <a:spcAft>
                <a:spcPts val="0"/>
              </a:spcAft>
              <a:buClr>
                <a:schemeClr val="accent1"/>
              </a:buClr>
              <a:buSzPts val="15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9pPr>
          </a:lstStyle>
          <a:p>
            <a:endParaRPr/>
          </a:p>
        </p:txBody>
      </p:sp>
      <p:sp>
        <p:nvSpPr>
          <p:cNvPr id="146" name="Google Shape;146;p19"/>
          <p:cNvSpPr txBox="1">
            <a:spLocks noGrp="1"/>
          </p:cNvSpPr>
          <p:nvPr>
            <p:ph type="subTitle" idx="5"/>
          </p:nvPr>
        </p:nvSpPr>
        <p:spPr>
          <a:xfrm>
            <a:off x="3440245" y="1543141"/>
            <a:ext cx="2263500" cy="393600"/>
          </a:xfrm>
          <a:prstGeom prst="rect">
            <a:avLst/>
          </a:prstGeom>
          <a:noFill/>
          <a:ln>
            <a:noFill/>
          </a:ln>
        </p:spPr>
        <p:txBody>
          <a:bodyPr spcFirstLastPara="1" wrap="square" lIns="91425" tIns="182875" rIns="91425" bIns="91425" anchor="t" anchorCtr="0">
            <a:noAutofit/>
          </a:bodyPr>
          <a:lstStyle>
            <a:lvl1pPr lvl="0" rtl="0">
              <a:lnSpc>
                <a:spcPct val="100000"/>
              </a:lnSpc>
              <a:spcBef>
                <a:spcPts val="0"/>
              </a:spcBef>
              <a:spcAft>
                <a:spcPts val="0"/>
              </a:spcAft>
              <a:buClr>
                <a:schemeClr val="accent1"/>
              </a:buClr>
              <a:buSzPts val="15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9pPr>
          </a:lstStyle>
          <a:p>
            <a:endParaRPr/>
          </a:p>
        </p:txBody>
      </p:sp>
      <p:sp>
        <p:nvSpPr>
          <p:cNvPr id="147" name="Google Shape;147;p19"/>
          <p:cNvSpPr txBox="1">
            <a:spLocks noGrp="1"/>
          </p:cNvSpPr>
          <p:nvPr>
            <p:ph type="subTitle" idx="6"/>
          </p:nvPr>
        </p:nvSpPr>
        <p:spPr>
          <a:xfrm>
            <a:off x="5906920" y="1543141"/>
            <a:ext cx="2263500" cy="393600"/>
          </a:xfrm>
          <a:prstGeom prst="rect">
            <a:avLst/>
          </a:prstGeom>
          <a:noFill/>
          <a:ln>
            <a:noFill/>
          </a:ln>
        </p:spPr>
        <p:txBody>
          <a:bodyPr spcFirstLastPara="1" wrap="square" lIns="91425" tIns="182875" rIns="91425" bIns="91425" anchor="t" anchorCtr="0">
            <a:noAutofit/>
          </a:bodyPr>
          <a:lstStyle>
            <a:lvl1pPr lvl="0" rtl="0">
              <a:lnSpc>
                <a:spcPct val="100000"/>
              </a:lnSpc>
              <a:spcBef>
                <a:spcPts val="0"/>
              </a:spcBef>
              <a:spcAft>
                <a:spcPts val="0"/>
              </a:spcAft>
              <a:buClr>
                <a:schemeClr val="accent1"/>
              </a:buClr>
              <a:buSzPts val="15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9pPr>
          </a:lstStyle>
          <a:p>
            <a:endParaRPr/>
          </a:p>
        </p:txBody>
      </p:sp>
      <p:sp>
        <p:nvSpPr>
          <p:cNvPr id="148" name="Google Shape;148;p19"/>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49" name="Google Shape;149;p19"/>
          <p:cNvSpPr txBox="1">
            <a:spLocks noGrp="1"/>
          </p:cNvSpPr>
          <p:nvPr>
            <p:ph type="title" idx="7"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150" name="Google Shape;150;p19"/>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sp>
        <p:nvSpPr>
          <p:cNvPr id="151" name="Google Shape;151;p19"/>
          <p:cNvSpPr txBox="1">
            <a:spLocks noGrp="1"/>
          </p:cNvSpPr>
          <p:nvPr>
            <p:ph type="title" idx="8"/>
          </p:nvPr>
        </p:nvSpPr>
        <p:spPr>
          <a:xfrm>
            <a:off x="1470900" y="476534"/>
            <a:ext cx="6202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152" name="Google Shape;152;p19"/>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153" name="Google Shape;153;p19"/>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1">
  <p:cSld name="CUSTOM_2_2">
    <p:spTree>
      <p:nvGrpSpPr>
        <p:cNvPr id="1" name="Shape 154"/>
        <p:cNvGrpSpPr/>
        <p:nvPr/>
      </p:nvGrpSpPr>
      <p:grpSpPr>
        <a:xfrm>
          <a:off x="0" y="0"/>
          <a:ext cx="0" cy="0"/>
          <a:chOff x="0" y="0"/>
          <a:chExt cx="0" cy="0"/>
        </a:xfrm>
      </p:grpSpPr>
      <p:sp>
        <p:nvSpPr>
          <p:cNvPr id="155" name="Google Shape;155;p20"/>
          <p:cNvSpPr txBox="1">
            <a:spLocks noGrp="1"/>
          </p:cNvSpPr>
          <p:nvPr>
            <p:ph type="subTitle" idx="1"/>
          </p:nvPr>
        </p:nvSpPr>
        <p:spPr>
          <a:xfrm>
            <a:off x="1396725" y="3013225"/>
            <a:ext cx="1416600" cy="1232100"/>
          </a:xfrm>
          <a:prstGeom prst="rect">
            <a:avLst/>
          </a:prstGeom>
          <a:noFill/>
          <a:ln>
            <a:noFill/>
          </a:ln>
        </p:spPr>
        <p:txBody>
          <a:bodyPr spcFirstLastPara="1" wrap="square" lIns="91425" tIns="182875" rIns="91425" bIns="0" anchor="t" anchorCtr="0">
            <a:noAutofit/>
          </a:bodyPr>
          <a:lstStyle>
            <a:lvl1pPr lvl="0" rtl="0">
              <a:lnSpc>
                <a:spcPct val="100000"/>
              </a:lnSpc>
              <a:spcBef>
                <a:spcPts val="0"/>
              </a:spcBef>
              <a:spcAft>
                <a:spcPts val="0"/>
              </a:spcAft>
              <a:buClr>
                <a:schemeClr val="dk1"/>
              </a:buClr>
              <a:buSzPts val="1600"/>
              <a:buFont typeface="Josefin Sans Light"/>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56" name="Google Shape;156;p20"/>
          <p:cNvSpPr txBox="1">
            <a:spLocks noGrp="1"/>
          </p:cNvSpPr>
          <p:nvPr>
            <p:ph type="subTitle" idx="2"/>
          </p:nvPr>
        </p:nvSpPr>
        <p:spPr>
          <a:xfrm>
            <a:off x="3863100" y="3013225"/>
            <a:ext cx="1417200" cy="1232100"/>
          </a:xfrm>
          <a:prstGeom prst="rect">
            <a:avLst/>
          </a:prstGeom>
          <a:noFill/>
          <a:ln>
            <a:noFill/>
          </a:ln>
        </p:spPr>
        <p:txBody>
          <a:bodyPr spcFirstLastPara="1" wrap="square" lIns="91425" tIns="182875" rIns="91425" bIns="0" anchor="t" anchorCtr="0">
            <a:noAutofit/>
          </a:bodyPr>
          <a:lstStyle>
            <a:lvl1pPr lvl="0" rtl="0">
              <a:lnSpc>
                <a:spcPct val="100000"/>
              </a:lnSpc>
              <a:spcBef>
                <a:spcPts val="0"/>
              </a:spcBef>
              <a:spcAft>
                <a:spcPts val="0"/>
              </a:spcAft>
              <a:buClr>
                <a:schemeClr val="dk1"/>
              </a:buClr>
              <a:buSzPts val="1600"/>
              <a:buFont typeface="Josefin Sans Light"/>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57" name="Google Shape;157;p20"/>
          <p:cNvSpPr txBox="1">
            <a:spLocks noGrp="1"/>
          </p:cNvSpPr>
          <p:nvPr>
            <p:ph type="subTitle" idx="3"/>
          </p:nvPr>
        </p:nvSpPr>
        <p:spPr>
          <a:xfrm>
            <a:off x="6330075" y="3013225"/>
            <a:ext cx="1417200" cy="1232100"/>
          </a:xfrm>
          <a:prstGeom prst="rect">
            <a:avLst/>
          </a:prstGeom>
          <a:noFill/>
          <a:ln>
            <a:noFill/>
          </a:ln>
        </p:spPr>
        <p:txBody>
          <a:bodyPr spcFirstLastPara="1" wrap="square" lIns="91425" tIns="182875" rIns="91425" bIns="0" anchor="t" anchorCtr="0">
            <a:noAutofit/>
          </a:bodyPr>
          <a:lstStyle>
            <a:lvl1pPr lvl="0" rtl="0">
              <a:lnSpc>
                <a:spcPct val="100000"/>
              </a:lnSpc>
              <a:spcBef>
                <a:spcPts val="0"/>
              </a:spcBef>
              <a:spcAft>
                <a:spcPts val="0"/>
              </a:spcAft>
              <a:buClr>
                <a:schemeClr val="dk1"/>
              </a:buClr>
              <a:buSzPts val="1600"/>
              <a:buFont typeface="Josefin Sans Light"/>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58" name="Google Shape;158;p20"/>
          <p:cNvSpPr txBox="1">
            <a:spLocks noGrp="1"/>
          </p:cNvSpPr>
          <p:nvPr>
            <p:ph type="subTitle" idx="4"/>
          </p:nvPr>
        </p:nvSpPr>
        <p:spPr>
          <a:xfrm>
            <a:off x="1396725" y="2478641"/>
            <a:ext cx="1417200" cy="393600"/>
          </a:xfrm>
          <a:prstGeom prst="rect">
            <a:avLst/>
          </a:prstGeom>
          <a:noFill/>
          <a:ln>
            <a:noFill/>
          </a:ln>
        </p:spPr>
        <p:txBody>
          <a:bodyPr spcFirstLastPara="1" wrap="square" lIns="91425" tIns="182875" rIns="91425" bIns="91425" anchor="t" anchorCtr="0">
            <a:noAutofit/>
          </a:bodyPr>
          <a:lstStyle>
            <a:lvl1pPr lvl="0" rtl="0">
              <a:lnSpc>
                <a:spcPct val="100000"/>
              </a:lnSpc>
              <a:spcBef>
                <a:spcPts val="0"/>
              </a:spcBef>
              <a:spcAft>
                <a:spcPts val="0"/>
              </a:spcAft>
              <a:buClr>
                <a:schemeClr val="accent1"/>
              </a:buClr>
              <a:buSzPts val="15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9pPr>
          </a:lstStyle>
          <a:p>
            <a:endParaRPr/>
          </a:p>
        </p:txBody>
      </p:sp>
      <p:sp>
        <p:nvSpPr>
          <p:cNvPr id="159" name="Google Shape;159;p20"/>
          <p:cNvSpPr txBox="1">
            <a:spLocks noGrp="1"/>
          </p:cNvSpPr>
          <p:nvPr>
            <p:ph type="subTitle" idx="5"/>
          </p:nvPr>
        </p:nvSpPr>
        <p:spPr>
          <a:xfrm>
            <a:off x="3863400" y="2478641"/>
            <a:ext cx="1417200" cy="393600"/>
          </a:xfrm>
          <a:prstGeom prst="rect">
            <a:avLst/>
          </a:prstGeom>
          <a:noFill/>
          <a:ln>
            <a:noFill/>
          </a:ln>
        </p:spPr>
        <p:txBody>
          <a:bodyPr spcFirstLastPara="1" wrap="square" lIns="91425" tIns="182875" rIns="91425" bIns="91425" anchor="t" anchorCtr="0">
            <a:noAutofit/>
          </a:bodyPr>
          <a:lstStyle>
            <a:lvl1pPr lvl="0" rtl="0">
              <a:lnSpc>
                <a:spcPct val="100000"/>
              </a:lnSpc>
              <a:spcBef>
                <a:spcPts val="0"/>
              </a:spcBef>
              <a:spcAft>
                <a:spcPts val="0"/>
              </a:spcAft>
              <a:buClr>
                <a:schemeClr val="accent1"/>
              </a:buClr>
              <a:buSzPts val="15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9pPr>
          </a:lstStyle>
          <a:p>
            <a:endParaRPr/>
          </a:p>
        </p:txBody>
      </p:sp>
      <p:sp>
        <p:nvSpPr>
          <p:cNvPr id="160" name="Google Shape;160;p20"/>
          <p:cNvSpPr txBox="1">
            <a:spLocks noGrp="1"/>
          </p:cNvSpPr>
          <p:nvPr>
            <p:ph type="subTitle" idx="6"/>
          </p:nvPr>
        </p:nvSpPr>
        <p:spPr>
          <a:xfrm>
            <a:off x="6330075" y="2478641"/>
            <a:ext cx="1417200" cy="393600"/>
          </a:xfrm>
          <a:prstGeom prst="rect">
            <a:avLst/>
          </a:prstGeom>
          <a:noFill/>
          <a:ln>
            <a:noFill/>
          </a:ln>
        </p:spPr>
        <p:txBody>
          <a:bodyPr spcFirstLastPara="1" wrap="square" lIns="91425" tIns="182875" rIns="91425" bIns="91425" anchor="t" anchorCtr="0">
            <a:noAutofit/>
          </a:bodyPr>
          <a:lstStyle>
            <a:lvl1pPr lvl="0" rtl="0">
              <a:lnSpc>
                <a:spcPct val="100000"/>
              </a:lnSpc>
              <a:spcBef>
                <a:spcPts val="0"/>
              </a:spcBef>
              <a:spcAft>
                <a:spcPts val="0"/>
              </a:spcAft>
              <a:buClr>
                <a:schemeClr val="accent1"/>
              </a:buClr>
              <a:buSzPts val="15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9pPr>
          </a:lstStyle>
          <a:p>
            <a:endParaRPr/>
          </a:p>
        </p:txBody>
      </p:sp>
      <p:sp>
        <p:nvSpPr>
          <p:cNvPr id="161" name="Google Shape;161;p20"/>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2" name="Google Shape;162;p20"/>
          <p:cNvSpPr txBox="1">
            <a:spLocks noGrp="1"/>
          </p:cNvSpPr>
          <p:nvPr>
            <p:ph type="title" idx="7"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163" name="Google Shape;163;p20"/>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sp>
        <p:nvSpPr>
          <p:cNvPr id="164" name="Google Shape;164;p20"/>
          <p:cNvSpPr txBox="1">
            <a:spLocks noGrp="1"/>
          </p:cNvSpPr>
          <p:nvPr>
            <p:ph type="title" idx="8"/>
          </p:nvPr>
        </p:nvSpPr>
        <p:spPr>
          <a:xfrm>
            <a:off x="1470900" y="476534"/>
            <a:ext cx="6202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165" name="Google Shape;165;p20"/>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166" name="Google Shape;166;p20"/>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hree columns 2">
  <p:cSld name="CUSTOM_2_2_1">
    <p:spTree>
      <p:nvGrpSpPr>
        <p:cNvPr id="1" name="Shape 167"/>
        <p:cNvGrpSpPr/>
        <p:nvPr/>
      </p:nvGrpSpPr>
      <p:grpSpPr>
        <a:xfrm>
          <a:off x="0" y="0"/>
          <a:ext cx="0" cy="0"/>
          <a:chOff x="0" y="0"/>
          <a:chExt cx="0" cy="0"/>
        </a:xfrm>
      </p:grpSpPr>
      <p:sp>
        <p:nvSpPr>
          <p:cNvPr id="168" name="Google Shape;168;p21"/>
          <p:cNvSpPr txBox="1">
            <a:spLocks noGrp="1"/>
          </p:cNvSpPr>
          <p:nvPr>
            <p:ph type="subTitle" idx="1"/>
          </p:nvPr>
        </p:nvSpPr>
        <p:spPr>
          <a:xfrm>
            <a:off x="1226025" y="1406275"/>
            <a:ext cx="1758600" cy="1563300"/>
          </a:xfrm>
          <a:prstGeom prst="rect">
            <a:avLst/>
          </a:prstGeom>
          <a:noFill/>
          <a:ln>
            <a:noFill/>
          </a:ln>
        </p:spPr>
        <p:txBody>
          <a:bodyPr spcFirstLastPara="1" wrap="square" lIns="91425" tIns="182875" rIns="91425" bIns="0" anchor="t" anchorCtr="0">
            <a:noAutofit/>
          </a:bodyPr>
          <a:lstStyle>
            <a:lvl1pPr lvl="0" rtl="0">
              <a:lnSpc>
                <a:spcPct val="100000"/>
              </a:lnSpc>
              <a:spcBef>
                <a:spcPts val="0"/>
              </a:spcBef>
              <a:spcAft>
                <a:spcPts val="0"/>
              </a:spcAft>
              <a:buClr>
                <a:schemeClr val="dk1"/>
              </a:buClr>
              <a:buSzPts val="1400"/>
              <a:buFont typeface="Josefin Sans Light"/>
              <a:buNone/>
              <a:defRPr>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69" name="Google Shape;169;p21"/>
          <p:cNvSpPr txBox="1">
            <a:spLocks noGrp="1"/>
          </p:cNvSpPr>
          <p:nvPr>
            <p:ph type="subTitle" idx="2"/>
          </p:nvPr>
        </p:nvSpPr>
        <p:spPr>
          <a:xfrm>
            <a:off x="3694200" y="1406275"/>
            <a:ext cx="1755600" cy="1563300"/>
          </a:xfrm>
          <a:prstGeom prst="rect">
            <a:avLst/>
          </a:prstGeom>
          <a:noFill/>
          <a:ln>
            <a:noFill/>
          </a:ln>
        </p:spPr>
        <p:txBody>
          <a:bodyPr spcFirstLastPara="1" wrap="square" lIns="91425" tIns="182875" rIns="91425" bIns="0" anchor="t" anchorCtr="0">
            <a:noAutofit/>
          </a:bodyPr>
          <a:lstStyle>
            <a:lvl1pPr lvl="0" rtl="0">
              <a:lnSpc>
                <a:spcPct val="100000"/>
              </a:lnSpc>
              <a:spcBef>
                <a:spcPts val="0"/>
              </a:spcBef>
              <a:spcAft>
                <a:spcPts val="0"/>
              </a:spcAft>
              <a:buClr>
                <a:schemeClr val="dk1"/>
              </a:buClr>
              <a:buSzPts val="1400"/>
              <a:buFont typeface="Josefin Sans Light"/>
              <a:buNone/>
              <a:defRPr>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70" name="Google Shape;170;p21"/>
          <p:cNvSpPr txBox="1">
            <a:spLocks noGrp="1"/>
          </p:cNvSpPr>
          <p:nvPr>
            <p:ph type="subTitle" idx="3"/>
          </p:nvPr>
        </p:nvSpPr>
        <p:spPr>
          <a:xfrm>
            <a:off x="6160875" y="1406281"/>
            <a:ext cx="1755600" cy="1563300"/>
          </a:xfrm>
          <a:prstGeom prst="rect">
            <a:avLst/>
          </a:prstGeom>
          <a:noFill/>
          <a:ln>
            <a:noFill/>
          </a:ln>
        </p:spPr>
        <p:txBody>
          <a:bodyPr spcFirstLastPara="1" wrap="square" lIns="91425" tIns="182875" rIns="91425" bIns="0" anchor="t" anchorCtr="0">
            <a:noAutofit/>
          </a:bodyPr>
          <a:lstStyle>
            <a:lvl1pPr lvl="0" rtl="0">
              <a:lnSpc>
                <a:spcPct val="100000"/>
              </a:lnSpc>
              <a:spcBef>
                <a:spcPts val="0"/>
              </a:spcBef>
              <a:spcAft>
                <a:spcPts val="0"/>
              </a:spcAft>
              <a:buClr>
                <a:schemeClr val="dk1"/>
              </a:buClr>
              <a:buSzPts val="1400"/>
              <a:buFont typeface="Josefin Sans Light"/>
              <a:buNone/>
              <a:defRPr>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71" name="Google Shape;171;p21"/>
          <p:cNvSpPr txBox="1">
            <a:spLocks noGrp="1"/>
          </p:cNvSpPr>
          <p:nvPr>
            <p:ph type="subTitle" idx="4"/>
          </p:nvPr>
        </p:nvSpPr>
        <p:spPr>
          <a:xfrm>
            <a:off x="1227525" y="3316575"/>
            <a:ext cx="1755600" cy="621900"/>
          </a:xfrm>
          <a:prstGeom prst="rect">
            <a:avLst/>
          </a:prstGeom>
          <a:noFill/>
          <a:ln>
            <a:noFill/>
          </a:ln>
        </p:spPr>
        <p:txBody>
          <a:bodyPr spcFirstLastPara="1" wrap="square" lIns="91425" tIns="182875" rIns="91425" bIns="91425" anchor="t" anchorCtr="0">
            <a:noAutofit/>
          </a:bodyPr>
          <a:lstStyle>
            <a:lvl1pPr lvl="0" rtl="0">
              <a:lnSpc>
                <a:spcPct val="100000"/>
              </a:lnSpc>
              <a:spcBef>
                <a:spcPts val="0"/>
              </a:spcBef>
              <a:spcAft>
                <a:spcPts val="0"/>
              </a:spcAft>
              <a:buClr>
                <a:schemeClr val="accent1"/>
              </a:buClr>
              <a:buSzPts val="15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9pPr>
          </a:lstStyle>
          <a:p>
            <a:endParaRPr/>
          </a:p>
        </p:txBody>
      </p:sp>
      <p:sp>
        <p:nvSpPr>
          <p:cNvPr id="172" name="Google Shape;172;p21"/>
          <p:cNvSpPr txBox="1">
            <a:spLocks noGrp="1"/>
          </p:cNvSpPr>
          <p:nvPr>
            <p:ph type="subTitle" idx="5"/>
          </p:nvPr>
        </p:nvSpPr>
        <p:spPr>
          <a:xfrm>
            <a:off x="3694200" y="3316575"/>
            <a:ext cx="1755600" cy="621900"/>
          </a:xfrm>
          <a:prstGeom prst="rect">
            <a:avLst/>
          </a:prstGeom>
          <a:noFill/>
          <a:ln>
            <a:noFill/>
          </a:ln>
        </p:spPr>
        <p:txBody>
          <a:bodyPr spcFirstLastPara="1" wrap="square" lIns="91425" tIns="182875" rIns="91425" bIns="91425" anchor="t" anchorCtr="0">
            <a:noAutofit/>
          </a:bodyPr>
          <a:lstStyle>
            <a:lvl1pPr lvl="0" rtl="0">
              <a:lnSpc>
                <a:spcPct val="100000"/>
              </a:lnSpc>
              <a:spcBef>
                <a:spcPts val="0"/>
              </a:spcBef>
              <a:spcAft>
                <a:spcPts val="0"/>
              </a:spcAft>
              <a:buClr>
                <a:schemeClr val="accent1"/>
              </a:buClr>
              <a:buSzPts val="15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9pPr>
          </a:lstStyle>
          <a:p>
            <a:endParaRPr/>
          </a:p>
        </p:txBody>
      </p:sp>
      <p:sp>
        <p:nvSpPr>
          <p:cNvPr id="173" name="Google Shape;173;p21"/>
          <p:cNvSpPr txBox="1">
            <a:spLocks noGrp="1"/>
          </p:cNvSpPr>
          <p:nvPr>
            <p:ph type="subTitle" idx="6"/>
          </p:nvPr>
        </p:nvSpPr>
        <p:spPr>
          <a:xfrm>
            <a:off x="6160875" y="3316575"/>
            <a:ext cx="1755600" cy="621900"/>
          </a:xfrm>
          <a:prstGeom prst="rect">
            <a:avLst/>
          </a:prstGeom>
          <a:noFill/>
          <a:ln>
            <a:noFill/>
          </a:ln>
        </p:spPr>
        <p:txBody>
          <a:bodyPr spcFirstLastPara="1" wrap="square" lIns="91425" tIns="182875" rIns="91425" bIns="91425" anchor="t" anchorCtr="0">
            <a:noAutofit/>
          </a:bodyPr>
          <a:lstStyle>
            <a:lvl1pPr lvl="0" rtl="0">
              <a:lnSpc>
                <a:spcPct val="100000"/>
              </a:lnSpc>
              <a:spcBef>
                <a:spcPts val="0"/>
              </a:spcBef>
              <a:spcAft>
                <a:spcPts val="0"/>
              </a:spcAft>
              <a:buClr>
                <a:schemeClr val="accent1"/>
              </a:buClr>
              <a:buSzPts val="15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9pPr>
          </a:lstStyle>
          <a:p>
            <a:endParaRPr/>
          </a:p>
        </p:txBody>
      </p:sp>
      <p:sp>
        <p:nvSpPr>
          <p:cNvPr id="174" name="Google Shape;174;p21"/>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5" name="Google Shape;175;p21"/>
          <p:cNvSpPr txBox="1">
            <a:spLocks noGrp="1"/>
          </p:cNvSpPr>
          <p:nvPr>
            <p:ph type="title" idx="7"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176" name="Google Shape;176;p21"/>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sp>
        <p:nvSpPr>
          <p:cNvPr id="177" name="Google Shape;177;p21"/>
          <p:cNvSpPr txBox="1">
            <a:spLocks noGrp="1"/>
          </p:cNvSpPr>
          <p:nvPr>
            <p:ph type="title" idx="8"/>
          </p:nvPr>
        </p:nvSpPr>
        <p:spPr>
          <a:xfrm>
            <a:off x="1470900" y="476534"/>
            <a:ext cx="6202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178" name="Google Shape;178;p21"/>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179" name="Google Shape;179;p21"/>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3">
  <p:cSld name="CUSTOM_2_2_2">
    <p:spTree>
      <p:nvGrpSpPr>
        <p:cNvPr id="1" name="Shape 180"/>
        <p:cNvGrpSpPr/>
        <p:nvPr/>
      </p:nvGrpSpPr>
      <p:grpSpPr>
        <a:xfrm>
          <a:off x="0" y="0"/>
          <a:ext cx="0" cy="0"/>
          <a:chOff x="0" y="0"/>
          <a:chExt cx="0" cy="0"/>
        </a:xfrm>
      </p:grpSpPr>
      <p:sp>
        <p:nvSpPr>
          <p:cNvPr id="181" name="Google Shape;181;p22"/>
          <p:cNvSpPr txBox="1">
            <a:spLocks noGrp="1"/>
          </p:cNvSpPr>
          <p:nvPr>
            <p:ph type="subTitle" idx="1"/>
          </p:nvPr>
        </p:nvSpPr>
        <p:spPr>
          <a:xfrm>
            <a:off x="1649675" y="2439450"/>
            <a:ext cx="1600200" cy="1232100"/>
          </a:xfrm>
          <a:prstGeom prst="rect">
            <a:avLst/>
          </a:prstGeom>
          <a:noFill/>
          <a:ln>
            <a:noFill/>
          </a:ln>
        </p:spPr>
        <p:txBody>
          <a:bodyPr spcFirstLastPara="1" wrap="square" lIns="91425" tIns="182875" rIns="91425" bIns="0" anchor="t" anchorCtr="0">
            <a:noAutofit/>
          </a:bodyPr>
          <a:lstStyle>
            <a:lvl1pPr lvl="0" rtl="0">
              <a:lnSpc>
                <a:spcPct val="100000"/>
              </a:lnSpc>
              <a:spcBef>
                <a:spcPts val="0"/>
              </a:spcBef>
              <a:spcAft>
                <a:spcPts val="0"/>
              </a:spcAft>
              <a:buClr>
                <a:schemeClr val="dk1"/>
              </a:buClr>
              <a:buSzPts val="1600"/>
              <a:buFont typeface="Josefin Sans Light"/>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82" name="Google Shape;182;p22"/>
          <p:cNvSpPr txBox="1">
            <a:spLocks noGrp="1"/>
          </p:cNvSpPr>
          <p:nvPr>
            <p:ph type="subTitle" idx="2"/>
          </p:nvPr>
        </p:nvSpPr>
        <p:spPr>
          <a:xfrm>
            <a:off x="4116050" y="2439450"/>
            <a:ext cx="1600200" cy="1232100"/>
          </a:xfrm>
          <a:prstGeom prst="rect">
            <a:avLst/>
          </a:prstGeom>
          <a:noFill/>
          <a:ln>
            <a:noFill/>
          </a:ln>
        </p:spPr>
        <p:txBody>
          <a:bodyPr spcFirstLastPara="1" wrap="square" lIns="91425" tIns="182875" rIns="91425" bIns="0" anchor="t" anchorCtr="0">
            <a:noAutofit/>
          </a:bodyPr>
          <a:lstStyle>
            <a:lvl1pPr lvl="0" rtl="0">
              <a:lnSpc>
                <a:spcPct val="100000"/>
              </a:lnSpc>
              <a:spcBef>
                <a:spcPts val="0"/>
              </a:spcBef>
              <a:spcAft>
                <a:spcPts val="0"/>
              </a:spcAft>
              <a:buClr>
                <a:schemeClr val="dk1"/>
              </a:buClr>
              <a:buSzPts val="1600"/>
              <a:buFont typeface="Josefin Sans Light"/>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83" name="Google Shape;183;p22"/>
          <p:cNvSpPr txBox="1">
            <a:spLocks noGrp="1"/>
          </p:cNvSpPr>
          <p:nvPr>
            <p:ph type="subTitle" idx="3"/>
          </p:nvPr>
        </p:nvSpPr>
        <p:spPr>
          <a:xfrm>
            <a:off x="6583025" y="2439450"/>
            <a:ext cx="1600200" cy="1232100"/>
          </a:xfrm>
          <a:prstGeom prst="rect">
            <a:avLst/>
          </a:prstGeom>
          <a:noFill/>
          <a:ln>
            <a:noFill/>
          </a:ln>
        </p:spPr>
        <p:txBody>
          <a:bodyPr spcFirstLastPara="1" wrap="square" lIns="91425" tIns="182875" rIns="91425" bIns="0" anchor="t" anchorCtr="0">
            <a:noAutofit/>
          </a:bodyPr>
          <a:lstStyle>
            <a:lvl1pPr lvl="0" rtl="0">
              <a:lnSpc>
                <a:spcPct val="100000"/>
              </a:lnSpc>
              <a:spcBef>
                <a:spcPts val="0"/>
              </a:spcBef>
              <a:spcAft>
                <a:spcPts val="0"/>
              </a:spcAft>
              <a:buClr>
                <a:schemeClr val="dk1"/>
              </a:buClr>
              <a:buSzPts val="1600"/>
              <a:buFont typeface="Josefin Sans Light"/>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None/>
              <a:defRPr>
                <a:solidFill>
                  <a:schemeClr val="dk1"/>
                </a:solidFill>
              </a:defRPr>
            </a:lvl2pPr>
            <a:lvl3pPr lvl="2" rtl="0">
              <a:lnSpc>
                <a:spcPct val="100000"/>
              </a:lnSpc>
              <a:spcBef>
                <a:spcPts val="0"/>
              </a:spcBef>
              <a:spcAft>
                <a:spcPts val="0"/>
              </a:spcAft>
              <a:buClr>
                <a:schemeClr val="dk1"/>
              </a:buClr>
              <a:buSzPts val="1400"/>
              <a:buNone/>
              <a:defRPr>
                <a:solidFill>
                  <a:schemeClr val="dk1"/>
                </a:solidFill>
              </a:defRPr>
            </a:lvl3pPr>
            <a:lvl4pPr lvl="3" rtl="0">
              <a:lnSpc>
                <a:spcPct val="100000"/>
              </a:lnSpc>
              <a:spcBef>
                <a:spcPts val="0"/>
              </a:spcBef>
              <a:spcAft>
                <a:spcPts val="0"/>
              </a:spcAft>
              <a:buClr>
                <a:schemeClr val="dk1"/>
              </a:buClr>
              <a:buSzPts val="1400"/>
              <a:buNone/>
              <a:defRPr>
                <a:solidFill>
                  <a:schemeClr val="dk1"/>
                </a:solidFill>
              </a:defRPr>
            </a:lvl4pPr>
            <a:lvl5pPr lvl="4" rtl="0">
              <a:lnSpc>
                <a:spcPct val="100000"/>
              </a:lnSpc>
              <a:spcBef>
                <a:spcPts val="0"/>
              </a:spcBef>
              <a:spcAft>
                <a:spcPts val="0"/>
              </a:spcAft>
              <a:buClr>
                <a:schemeClr val="dk1"/>
              </a:buClr>
              <a:buSzPts val="1400"/>
              <a:buNone/>
              <a:defRPr>
                <a:solidFill>
                  <a:schemeClr val="dk1"/>
                </a:solidFill>
              </a:defRPr>
            </a:lvl5pPr>
            <a:lvl6pPr lvl="5" rtl="0">
              <a:lnSpc>
                <a:spcPct val="100000"/>
              </a:lnSpc>
              <a:spcBef>
                <a:spcPts val="0"/>
              </a:spcBef>
              <a:spcAft>
                <a:spcPts val="0"/>
              </a:spcAft>
              <a:buClr>
                <a:schemeClr val="dk1"/>
              </a:buClr>
              <a:buSzPts val="1400"/>
              <a:buNone/>
              <a:defRPr>
                <a:solidFill>
                  <a:schemeClr val="dk1"/>
                </a:solidFill>
              </a:defRPr>
            </a:lvl6pPr>
            <a:lvl7pPr lvl="6" rtl="0">
              <a:lnSpc>
                <a:spcPct val="100000"/>
              </a:lnSpc>
              <a:spcBef>
                <a:spcPts val="0"/>
              </a:spcBef>
              <a:spcAft>
                <a:spcPts val="0"/>
              </a:spcAft>
              <a:buClr>
                <a:schemeClr val="dk1"/>
              </a:buClr>
              <a:buSzPts val="1400"/>
              <a:buNone/>
              <a:defRPr>
                <a:solidFill>
                  <a:schemeClr val="dk1"/>
                </a:solidFill>
              </a:defRPr>
            </a:lvl7pPr>
            <a:lvl8pPr lvl="7" rtl="0">
              <a:lnSpc>
                <a:spcPct val="100000"/>
              </a:lnSpc>
              <a:spcBef>
                <a:spcPts val="0"/>
              </a:spcBef>
              <a:spcAft>
                <a:spcPts val="0"/>
              </a:spcAft>
              <a:buClr>
                <a:schemeClr val="dk1"/>
              </a:buClr>
              <a:buSzPts val="1400"/>
              <a:buNone/>
              <a:defRPr>
                <a:solidFill>
                  <a:schemeClr val="dk1"/>
                </a:solidFill>
              </a:defRPr>
            </a:lvl8pPr>
            <a:lvl9pPr lvl="8" rtl="0">
              <a:lnSpc>
                <a:spcPct val="100000"/>
              </a:lnSpc>
              <a:spcBef>
                <a:spcPts val="0"/>
              </a:spcBef>
              <a:spcAft>
                <a:spcPts val="0"/>
              </a:spcAft>
              <a:buClr>
                <a:schemeClr val="dk1"/>
              </a:buClr>
              <a:buSzPts val="1400"/>
              <a:buNone/>
              <a:defRPr>
                <a:solidFill>
                  <a:schemeClr val="dk1"/>
                </a:solidFill>
              </a:defRPr>
            </a:lvl9pPr>
          </a:lstStyle>
          <a:p>
            <a:endParaRPr/>
          </a:p>
        </p:txBody>
      </p:sp>
      <p:sp>
        <p:nvSpPr>
          <p:cNvPr id="184" name="Google Shape;184;p22"/>
          <p:cNvSpPr txBox="1">
            <a:spLocks noGrp="1"/>
          </p:cNvSpPr>
          <p:nvPr>
            <p:ph type="subTitle" idx="4"/>
          </p:nvPr>
        </p:nvSpPr>
        <p:spPr>
          <a:xfrm>
            <a:off x="1649675" y="1903566"/>
            <a:ext cx="1417200" cy="393600"/>
          </a:xfrm>
          <a:prstGeom prst="rect">
            <a:avLst/>
          </a:prstGeom>
          <a:noFill/>
          <a:ln>
            <a:noFill/>
          </a:ln>
        </p:spPr>
        <p:txBody>
          <a:bodyPr spcFirstLastPara="1" wrap="square" lIns="91425" tIns="182875" rIns="91425" bIns="91425" anchor="t" anchorCtr="0">
            <a:noAutofit/>
          </a:bodyPr>
          <a:lstStyle>
            <a:lvl1pPr lvl="0" rtl="0">
              <a:lnSpc>
                <a:spcPct val="100000"/>
              </a:lnSpc>
              <a:spcBef>
                <a:spcPts val="0"/>
              </a:spcBef>
              <a:spcAft>
                <a:spcPts val="0"/>
              </a:spcAft>
              <a:buClr>
                <a:schemeClr val="accent1"/>
              </a:buClr>
              <a:buSzPts val="15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9pPr>
          </a:lstStyle>
          <a:p>
            <a:endParaRPr/>
          </a:p>
        </p:txBody>
      </p:sp>
      <p:sp>
        <p:nvSpPr>
          <p:cNvPr id="185" name="Google Shape;185;p22"/>
          <p:cNvSpPr txBox="1">
            <a:spLocks noGrp="1"/>
          </p:cNvSpPr>
          <p:nvPr>
            <p:ph type="subTitle" idx="5"/>
          </p:nvPr>
        </p:nvSpPr>
        <p:spPr>
          <a:xfrm>
            <a:off x="4116350" y="1903566"/>
            <a:ext cx="1600200" cy="393600"/>
          </a:xfrm>
          <a:prstGeom prst="rect">
            <a:avLst/>
          </a:prstGeom>
          <a:noFill/>
          <a:ln>
            <a:noFill/>
          </a:ln>
        </p:spPr>
        <p:txBody>
          <a:bodyPr spcFirstLastPara="1" wrap="square" lIns="91425" tIns="182875" rIns="91425" bIns="91425" anchor="t" anchorCtr="0">
            <a:noAutofit/>
          </a:bodyPr>
          <a:lstStyle>
            <a:lvl1pPr lvl="0" rtl="0">
              <a:lnSpc>
                <a:spcPct val="100000"/>
              </a:lnSpc>
              <a:spcBef>
                <a:spcPts val="0"/>
              </a:spcBef>
              <a:spcAft>
                <a:spcPts val="0"/>
              </a:spcAft>
              <a:buClr>
                <a:schemeClr val="accent1"/>
              </a:buClr>
              <a:buSzPts val="15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9pPr>
          </a:lstStyle>
          <a:p>
            <a:endParaRPr/>
          </a:p>
        </p:txBody>
      </p:sp>
      <p:sp>
        <p:nvSpPr>
          <p:cNvPr id="186" name="Google Shape;186;p22"/>
          <p:cNvSpPr txBox="1">
            <a:spLocks noGrp="1"/>
          </p:cNvSpPr>
          <p:nvPr>
            <p:ph type="subTitle" idx="6"/>
          </p:nvPr>
        </p:nvSpPr>
        <p:spPr>
          <a:xfrm>
            <a:off x="6583025" y="1903566"/>
            <a:ext cx="1600200" cy="393600"/>
          </a:xfrm>
          <a:prstGeom prst="rect">
            <a:avLst/>
          </a:prstGeom>
          <a:noFill/>
          <a:ln>
            <a:noFill/>
          </a:ln>
        </p:spPr>
        <p:txBody>
          <a:bodyPr spcFirstLastPara="1" wrap="square" lIns="91425" tIns="182875" rIns="91425" bIns="91425" anchor="t" anchorCtr="0">
            <a:noAutofit/>
          </a:bodyPr>
          <a:lstStyle>
            <a:lvl1pPr lvl="0" rtl="0">
              <a:lnSpc>
                <a:spcPct val="100000"/>
              </a:lnSpc>
              <a:spcBef>
                <a:spcPts val="0"/>
              </a:spcBef>
              <a:spcAft>
                <a:spcPts val="0"/>
              </a:spcAft>
              <a:buClr>
                <a:schemeClr val="accent1"/>
              </a:buClr>
              <a:buSzPts val="15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500"/>
              <a:buFont typeface="Josefin Sans SemiBold"/>
              <a:buNone/>
              <a:defRPr sz="1500">
                <a:solidFill>
                  <a:schemeClr val="accent1"/>
                </a:solidFill>
                <a:latin typeface="Josefin Sans SemiBold"/>
                <a:ea typeface="Josefin Sans SemiBold"/>
                <a:cs typeface="Josefin Sans SemiBold"/>
                <a:sym typeface="Josefin Sans SemiBold"/>
              </a:defRPr>
            </a:lvl9pPr>
          </a:lstStyle>
          <a:p>
            <a:endParaRPr/>
          </a:p>
        </p:txBody>
      </p:sp>
      <p:sp>
        <p:nvSpPr>
          <p:cNvPr id="187" name="Google Shape;187;p22"/>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88" name="Google Shape;188;p22"/>
          <p:cNvSpPr txBox="1">
            <a:spLocks noGrp="1"/>
          </p:cNvSpPr>
          <p:nvPr>
            <p:ph type="title" idx="7"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189" name="Google Shape;189;p22"/>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sp>
        <p:nvSpPr>
          <p:cNvPr id="190" name="Google Shape;190;p22"/>
          <p:cNvSpPr txBox="1">
            <a:spLocks noGrp="1"/>
          </p:cNvSpPr>
          <p:nvPr>
            <p:ph type="title" idx="8"/>
          </p:nvPr>
        </p:nvSpPr>
        <p:spPr>
          <a:xfrm>
            <a:off x="1470900" y="476534"/>
            <a:ext cx="6202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191" name="Google Shape;191;p22"/>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192" name="Google Shape;192;p22"/>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CUSTOM_2_1">
    <p:spTree>
      <p:nvGrpSpPr>
        <p:cNvPr id="1" name="Shape 193"/>
        <p:cNvGrpSpPr/>
        <p:nvPr/>
      </p:nvGrpSpPr>
      <p:grpSpPr>
        <a:xfrm>
          <a:off x="0" y="0"/>
          <a:ext cx="0" cy="0"/>
          <a:chOff x="0" y="0"/>
          <a:chExt cx="0" cy="0"/>
        </a:xfrm>
      </p:grpSpPr>
      <p:sp>
        <p:nvSpPr>
          <p:cNvPr id="194" name="Google Shape;194;p23"/>
          <p:cNvSpPr txBox="1">
            <a:spLocks noGrp="1"/>
          </p:cNvSpPr>
          <p:nvPr>
            <p:ph type="subTitle" idx="1"/>
          </p:nvPr>
        </p:nvSpPr>
        <p:spPr>
          <a:xfrm>
            <a:off x="1898375" y="2233925"/>
            <a:ext cx="2263500" cy="3936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1600"/>
              <a:buFont typeface="Josefin Sans"/>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sp>
        <p:nvSpPr>
          <p:cNvPr id="195" name="Google Shape;195;p23"/>
          <p:cNvSpPr txBox="1">
            <a:spLocks noGrp="1"/>
          </p:cNvSpPr>
          <p:nvPr>
            <p:ph type="subTitle" idx="2"/>
          </p:nvPr>
        </p:nvSpPr>
        <p:spPr>
          <a:xfrm>
            <a:off x="4982125" y="2233925"/>
            <a:ext cx="2263500" cy="3936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1600"/>
              <a:buFont typeface="Josefin Sans"/>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sp>
        <p:nvSpPr>
          <p:cNvPr id="196" name="Google Shape;196;p23"/>
          <p:cNvSpPr txBox="1">
            <a:spLocks noGrp="1"/>
          </p:cNvSpPr>
          <p:nvPr>
            <p:ph type="subTitle" idx="3"/>
          </p:nvPr>
        </p:nvSpPr>
        <p:spPr>
          <a:xfrm>
            <a:off x="1898375" y="1667981"/>
            <a:ext cx="2263500" cy="393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9pPr>
          </a:lstStyle>
          <a:p>
            <a:endParaRPr/>
          </a:p>
        </p:txBody>
      </p:sp>
      <p:sp>
        <p:nvSpPr>
          <p:cNvPr id="197" name="Google Shape;197;p23"/>
          <p:cNvSpPr txBox="1">
            <a:spLocks noGrp="1"/>
          </p:cNvSpPr>
          <p:nvPr>
            <p:ph type="subTitle" idx="4"/>
          </p:nvPr>
        </p:nvSpPr>
        <p:spPr>
          <a:xfrm>
            <a:off x="4982125" y="1667981"/>
            <a:ext cx="2263500" cy="393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9pPr>
          </a:lstStyle>
          <a:p>
            <a:endParaRPr/>
          </a:p>
        </p:txBody>
      </p:sp>
      <p:sp>
        <p:nvSpPr>
          <p:cNvPr id="198" name="Google Shape;198;p23"/>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9" name="Google Shape;199;p23"/>
          <p:cNvSpPr txBox="1">
            <a:spLocks noGrp="1"/>
          </p:cNvSpPr>
          <p:nvPr>
            <p:ph type="title" idx="5"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200" name="Google Shape;200;p23"/>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sp>
        <p:nvSpPr>
          <p:cNvPr id="201" name="Google Shape;201;p23"/>
          <p:cNvSpPr txBox="1">
            <a:spLocks noGrp="1"/>
          </p:cNvSpPr>
          <p:nvPr>
            <p:ph type="subTitle" idx="6"/>
          </p:nvPr>
        </p:nvSpPr>
        <p:spPr>
          <a:xfrm>
            <a:off x="1898375" y="4004934"/>
            <a:ext cx="2263500" cy="3933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1600"/>
              <a:buFont typeface="Josefin Sans"/>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sp>
        <p:nvSpPr>
          <p:cNvPr id="202" name="Google Shape;202;p23"/>
          <p:cNvSpPr txBox="1">
            <a:spLocks noGrp="1"/>
          </p:cNvSpPr>
          <p:nvPr>
            <p:ph type="subTitle" idx="7"/>
          </p:nvPr>
        </p:nvSpPr>
        <p:spPr>
          <a:xfrm>
            <a:off x="4982125" y="4004934"/>
            <a:ext cx="2263500" cy="3933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1600"/>
              <a:buFont typeface="Josefin Sans"/>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sp>
        <p:nvSpPr>
          <p:cNvPr id="203" name="Google Shape;203;p23"/>
          <p:cNvSpPr txBox="1">
            <a:spLocks noGrp="1"/>
          </p:cNvSpPr>
          <p:nvPr>
            <p:ph type="subTitle" idx="8"/>
          </p:nvPr>
        </p:nvSpPr>
        <p:spPr>
          <a:xfrm>
            <a:off x="1898375" y="3438991"/>
            <a:ext cx="2263500" cy="393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9pPr>
          </a:lstStyle>
          <a:p>
            <a:endParaRPr/>
          </a:p>
        </p:txBody>
      </p:sp>
      <p:sp>
        <p:nvSpPr>
          <p:cNvPr id="204" name="Google Shape;204;p23"/>
          <p:cNvSpPr txBox="1">
            <a:spLocks noGrp="1"/>
          </p:cNvSpPr>
          <p:nvPr>
            <p:ph type="subTitle" idx="9"/>
          </p:nvPr>
        </p:nvSpPr>
        <p:spPr>
          <a:xfrm>
            <a:off x="4982125" y="3438991"/>
            <a:ext cx="2263500" cy="393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9pPr>
          </a:lstStyle>
          <a:p>
            <a:endParaRPr/>
          </a:p>
        </p:txBody>
      </p:sp>
      <p:sp>
        <p:nvSpPr>
          <p:cNvPr id="205" name="Google Shape;205;p23"/>
          <p:cNvSpPr txBox="1">
            <a:spLocks noGrp="1"/>
          </p:cNvSpPr>
          <p:nvPr>
            <p:ph type="title" idx="13"/>
          </p:nvPr>
        </p:nvSpPr>
        <p:spPr>
          <a:xfrm>
            <a:off x="1470900" y="476534"/>
            <a:ext cx="6202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206" name="Google Shape;206;p23"/>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207" name="Google Shape;207;p23"/>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six columns">
  <p:cSld name="CUSTOM_2_1_1">
    <p:spTree>
      <p:nvGrpSpPr>
        <p:cNvPr id="1" name="Shape 208"/>
        <p:cNvGrpSpPr/>
        <p:nvPr/>
      </p:nvGrpSpPr>
      <p:grpSpPr>
        <a:xfrm>
          <a:off x="0" y="0"/>
          <a:ext cx="0" cy="0"/>
          <a:chOff x="0" y="0"/>
          <a:chExt cx="0" cy="0"/>
        </a:xfrm>
      </p:grpSpPr>
      <p:sp>
        <p:nvSpPr>
          <p:cNvPr id="209" name="Google Shape;209;p24"/>
          <p:cNvSpPr txBox="1">
            <a:spLocks noGrp="1"/>
          </p:cNvSpPr>
          <p:nvPr>
            <p:ph type="subTitle" idx="1"/>
          </p:nvPr>
        </p:nvSpPr>
        <p:spPr>
          <a:xfrm>
            <a:off x="932700" y="2059113"/>
            <a:ext cx="2263500" cy="6744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1600"/>
              <a:buFont typeface="Josefin Sans"/>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sp>
        <p:nvSpPr>
          <p:cNvPr id="210" name="Google Shape;210;p24"/>
          <p:cNvSpPr txBox="1">
            <a:spLocks noGrp="1"/>
          </p:cNvSpPr>
          <p:nvPr>
            <p:ph type="subTitle" idx="2"/>
          </p:nvPr>
        </p:nvSpPr>
        <p:spPr>
          <a:xfrm>
            <a:off x="3440250" y="2059113"/>
            <a:ext cx="2263500" cy="6744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1600"/>
              <a:buFont typeface="Josefin Sans"/>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sp>
        <p:nvSpPr>
          <p:cNvPr id="211" name="Google Shape;211;p24"/>
          <p:cNvSpPr txBox="1">
            <a:spLocks noGrp="1"/>
          </p:cNvSpPr>
          <p:nvPr>
            <p:ph type="subTitle" idx="3"/>
          </p:nvPr>
        </p:nvSpPr>
        <p:spPr>
          <a:xfrm>
            <a:off x="932700" y="1667981"/>
            <a:ext cx="2263500" cy="393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9pPr>
          </a:lstStyle>
          <a:p>
            <a:endParaRPr/>
          </a:p>
        </p:txBody>
      </p:sp>
      <p:sp>
        <p:nvSpPr>
          <p:cNvPr id="212" name="Google Shape;212;p24"/>
          <p:cNvSpPr txBox="1">
            <a:spLocks noGrp="1"/>
          </p:cNvSpPr>
          <p:nvPr>
            <p:ph type="subTitle" idx="4"/>
          </p:nvPr>
        </p:nvSpPr>
        <p:spPr>
          <a:xfrm>
            <a:off x="3440250" y="1667981"/>
            <a:ext cx="2263500" cy="393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9pPr>
          </a:lstStyle>
          <a:p>
            <a:endParaRPr/>
          </a:p>
        </p:txBody>
      </p:sp>
      <p:sp>
        <p:nvSpPr>
          <p:cNvPr id="213" name="Google Shape;213;p24"/>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14" name="Google Shape;214;p24"/>
          <p:cNvSpPr txBox="1">
            <a:spLocks noGrp="1"/>
          </p:cNvSpPr>
          <p:nvPr>
            <p:ph type="title" idx="5"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215" name="Google Shape;215;p24"/>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sp>
        <p:nvSpPr>
          <p:cNvPr id="216" name="Google Shape;216;p24"/>
          <p:cNvSpPr txBox="1">
            <a:spLocks noGrp="1"/>
          </p:cNvSpPr>
          <p:nvPr>
            <p:ph type="subTitle" idx="6"/>
          </p:nvPr>
        </p:nvSpPr>
        <p:spPr>
          <a:xfrm>
            <a:off x="932700" y="3641560"/>
            <a:ext cx="2263500" cy="6768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1600"/>
              <a:buFont typeface="Josefin Sans"/>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sp>
        <p:nvSpPr>
          <p:cNvPr id="217" name="Google Shape;217;p24"/>
          <p:cNvSpPr txBox="1">
            <a:spLocks noGrp="1"/>
          </p:cNvSpPr>
          <p:nvPr>
            <p:ph type="subTitle" idx="7"/>
          </p:nvPr>
        </p:nvSpPr>
        <p:spPr>
          <a:xfrm>
            <a:off x="3440250" y="3639312"/>
            <a:ext cx="2263500" cy="6768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1600"/>
              <a:buFont typeface="Josefin Sans"/>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sp>
        <p:nvSpPr>
          <p:cNvPr id="218" name="Google Shape;218;p24"/>
          <p:cNvSpPr txBox="1">
            <a:spLocks noGrp="1"/>
          </p:cNvSpPr>
          <p:nvPr>
            <p:ph type="subTitle" idx="8"/>
          </p:nvPr>
        </p:nvSpPr>
        <p:spPr>
          <a:xfrm>
            <a:off x="932700" y="3250183"/>
            <a:ext cx="2263500" cy="393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9pPr>
          </a:lstStyle>
          <a:p>
            <a:endParaRPr/>
          </a:p>
        </p:txBody>
      </p:sp>
      <p:sp>
        <p:nvSpPr>
          <p:cNvPr id="219" name="Google Shape;219;p24"/>
          <p:cNvSpPr txBox="1">
            <a:spLocks noGrp="1"/>
          </p:cNvSpPr>
          <p:nvPr>
            <p:ph type="subTitle" idx="9"/>
          </p:nvPr>
        </p:nvSpPr>
        <p:spPr>
          <a:xfrm>
            <a:off x="3440250" y="3246120"/>
            <a:ext cx="2263500" cy="393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9pPr>
          </a:lstStyle>
          <a:p>
            <a:endParaRPr/>
          </a:p>
        </p:txBody>
      </p:sp>
      <p:sp>
        <p:nvSpPr>
          <p:cNvPr id="220" name="Google Shape;220;p24"/>
          <p:cNvSpPr txBox="1">
            <a:spLocks noGrp="1"/>
          </p:cNvSpPr>
          <p:nvPr>
            <p:ph type="subTitle" idx="13"/>
          </p:nvPr>
        </p:nvSpPr>
        <p:spPr>
          <a:xfrm>
            <a:off x="5947800" y="2059113"/>
            <a:ext cx="2263500" cy="6744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1600"/>
              <a:buFont typeface="Josefin Sans"/>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sp>
        <p:nvSpPr>
          <p:cNvPr id="221" name="Google Shape;221;p24"/>
          <p:cNvSpPr txBox="1">
            <a:spLocks noGrp="1"/>
          </p:cNvSpPr>
          <p:nvPr>
            <p:ph type="subTitle" idx="14"/>
          </p:nvPr>
        </p:nvSpPr>
        <p:spPr>
          <a:xfrm>
            <a:off x="5947800" y="1667981"/>
            <a:ext cx="2263500" cy="393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9pPr>
          </a:lstStyle>
          <a:p>
            <a:endParaRPr/>
          </a:p>
        </p:txBody>
      </p:sp>
      <p:sp>
        <p:nvSpPr>
          <p:cNvPr id="222" name="Google Shape;222;p24"/>
          <p:cNvSpPr txBox="1">
            <a:spLocks noGrp="1"/>
          </p:cNvSpPr>
          <p:nvPr>
            <p:ph type="subTitle" idx="15"/>
          </p:nvPr>
        </p:nvSpPr>
        <p:spPr>
          <a:xfrm>
            <a:off x="5947800" y="3639312"/>
            <a:ext cx="2263500" cy="6768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1600"/>
              <a:buFont typeface="Josefin Sans"/>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sp>
        <p:nvSpPr>
          <p:cNvPr id="223" name="Google Shape;223;p24"/>
          <p:cNvSpPr txBox="1">
            <a:spLocks noGrp="1"/>
          </p:cNvSpPr>
          <p:nvPr>
            <p:ph type="subTitle" idx="16"/>
          </p:nvPr>
        </p:nvSpPr>
        <p:spPr>
          <a:xfrm>
            <a:off x="5947800" y="3246120"/>
            <a:ext cx="2263500" cy="393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1pPr>
            <a:lvl2pPr lvl="1"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9pPr>
          </a:lstStyle>
          <a:p>
            <a:endParaRPr/>
          </a:p>
        </p:txBody>
      </p:sp>
      <p:sp>
        <p:nvSpPr>
          <p:cNvPr id="224" name="Google Shape;224;p24"/>
          <p:cNvSpPr txBox="1">
            <a:spLocks noGrp="1"/>
          </p:cNvSpPr>
          <p:nvPr>
            <p:ph type="title" idx="17"/>
          </p:nvPr>
        </p:nvSpPr>
        <p:spPr>
          <a:xfrm>
            <a:off x="1470900" y="476534"/>
            <a:ext cx="6202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225" name="Google Shape;225;p24"/>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226" name="Google Shape;226;p24"/>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1">
  <p:cSld name="TITLE_ONLY_1_1">
    <p:spTree>
      <p:nvGrpSpPr>
        <p:cNvPr id="1" name="Shape 227"/>
        <p:cNvGrpSpPr/>
        <p:nvPr/>
      </p:nvGrpSpPr>
      <p:grpSpPr>
        <a:xfrm>
          <a:off x="0" y="0"/>
          <a:ext cx="0" cy="0"/>
          <a:chOff x="0" y="0"/>
          <a:chExt cx="0" cy="0"/>
        </a:xfrm>
      </p:grpSpPr>
      <p:sp>
        <p:nvSpPr>
          <p:cNvPr id="228" name="Google Shape;228;p25"/>
          <p:cNvSpPr txBox="1">
            <a:spLocks noGrp="1"/>
          </p:cNvSpPr>
          <p:nvPr>
            <p:ph type="title"/>
          </p:nvPr>
        </p:nvSpPr>
        <p:spPr>
          <a:xfrm>
            <a:off x="713225" y="476525"/>
            <a:ext cx="6960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229" name="Google Shape;229;p25"/>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230" name="Google Shape;230;p25"/>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2">
  <p:cSld name="CUSTOM_3_1">
    <p:spTree>
      <p:nvGrpSpPr>
        <p:cNvPr id="1" name="Shape 231"/>
        <p:cNvGrpSpPr/>
        <p:nvPr/>
      </p:nvGrpSpPr>
      <p:grpSpPr>
        <a:xfrm>
          <a:off x="0" y="0"/>
          <a:ext cx="0" cy="0"/>
          <a:chOff x="0" y="0"/>
          <a:chExt cx="0" cy="0"/>
        </a:xfrm>
      </p:grpSpPr>
      <p:sp>
        <p:nvSpPr>
          <p:cNvPr id="232" name="Google Shape;232;p26"/>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33" name="Google Shape;233;p26"/>
          <p:cNvSpPr txBox="1">
            <a:spLocks noGrp="1"/>
          </p:cNvSpPr>
          <p:nvPr>
            <p:ph type="title" idx="2"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234" name="Google Shape;234;p26"/>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sp>
        <p:nvSpPr>
          <p:cNvPr id="235" name="Google Shape;235;p26"/>
          <p:cNvSpPr txBox="1">
            <a:spLocks noGrp="1"/>
          </p:cNvSpPr>
          <p:nvPr>
            <p:ph type="title" idx="3"/>
          </p:nvPr>
        </p:nvSpPr>
        <p:spPr>
          <a:xfrm>
            <a:off x="713225" y="476525"/>
            <a:ext cx="6960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236" name="Google Shape;236;p26"/>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237" name="Google Shape;237;p26"/>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Numbers and text 1">
  <p:cSld name="BIG_NUMBER_1">
    <p:spTree>
      <p:nvGrpSpPr>
        <p:cNvPr id="1" name="Shape 238"/>
        <p:cNvGrpSpPr/>
        <p:nvPr/>
      </p:nvGrpSpPr>
      <p:grpSpPr>
        <a:xfrm>
          <a:off x="0" y="0"/>
          <a:ext cx="0" cy="0"/>
          <a:chOff x="0" y="0"/>
          <a:chExt cx="0" cy="0"/>
        </a:xfrm>
      </p:grpSpPr>
      <p:sp>
        <p:nvSpPr>
          <p:cNvPr id="239" name="Google Shape;239;p27"/>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40" name="Google Shape;240;p27"/>
          <p:cNvSpPr txBox="1">
            <a:spLocks noGrp="1"/>
          </p:cNvSpPr>
          <p:nvPr>
            <p:ph type="title" idx="2"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241" name="Google Shape;241;p27"/>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sp>
        <p:nvSpPr>
          <p:cNvPr id="242" name="Google Shape;242;p27"/>
          <p:cNvSpPr txBox="1">
            <a:spLocks noGrp="1"/>
          </p:cNvSpPr>
          <p:nvPr>
            <p:ph type="subTitle" idx="1"/>
          </p:nvPr>
        </p:nvSpPr>
        <p:spPr>
          <a:xfrm>
            <a:off x="3174025" y="1409075"/>
            <a:ext cx="5140500" cy="278400"/>
          </a:xfrm>
          <a:prstGeom prst="rect">
            <a:avLst/>
          </a:prstGeom>
          <a:noFill/>
          <a:ln>
            <a:noFill/>
          </a:ln>
        </p:spPr>
        <p:txBody>
          <a:bodyPr spcFirstLastPara="1" wrap="square" lIns="91425" tIns="0" rIns="91425" bIns="91425" anchor="t" anchorCtr="0">
            <a:noAutofit/>
          </a:bodyPr>
          <a:lstStyle>
            <a:lvl1pPr marL="0" marR="0" lvl="0" indent="0" algn="l" rtl="0">
              <a:lnSpc>
                <a:spcPct val="100000"/>
              </a:lnSpc>
              <a:spcBef>
                <a:spcPts val="0"/>
              </a:spcBef>
              <a:spcAft>
                <a:spcPts val="0"/>
              </a:spcAft>
              <a:buClr>
                <a:schemeClr val="dk1"/>
              </a:buClr>
              <a:buSzPts val="1600"/>
              <a:buFont typeface="Josefin Sans"/>
              <a:buNone/>
              <a:defRPr>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
        <p:nvSpPr>
          <p:cNvPr id="243" name="Google Shape;243;p27"/>
          <p:cNvSpPr txBox="1">
            <a:spLocks noGrp="1"/>
          </p:cNvSpPr>
          <p:nvPr>
            <p:ph type="title" idx="3" hasCustomPrompt="1"/>
          </p:nvPr>
        </p:nvSpPr>
        <p:spPr>
          <a:xfrm>
            <a:off x="3174025" y="807825"/>
            <a:ext cx="4758000" cy="577800"/>
          </a:xfrm>
          <a:prstGeom prst="rect">
            <a:avLst/>
          </a:prstGeom>
          <a:noFill/>
        </p:spPr>
        <p:txBody>
          <a:bodyPr spcFirstLastPara="1" wrap="square" lIns="91425" tIns="0" rIns="91425" bIns="91425" anchor="ctr" anchorCtr="0">
            <a:noAutofit/>
          </a:bodyPr>
          <a:lstStyle>
            <a:lvl1pPr marL="0" marR="0" lvl="0" indent="0" algn="l" rtl="0">
              <a:lnSpc>
                <a:spcPct val="100000"/>
              </a:lnSpc>
              <a:spcBef>
                <a:spcPts val="0"/>
              </a:spcBef>
              <a:spcAft>
                <a:spcPts val="0"/>
              </a:spcAft>
              <a:buSzPts val="4800"/>
              <a:buNone/>
              <a:defRPr sz="4000">
                <a:solidFill>
                  <a:schemeClr val="accent1"/>
                </a:solidFill>
              </a:defRPr>
            </a:lvl1pPr>
            <a:lvl2pPr lvl="1"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sp>
        <p:nvSpPr>
          <p:cNvPr id="244" name="Google Shape;244;p27"/>
          <p:cNvSpPr txBox="1">
            <a:spLocks noGrp="1"/>
          </p:cNvSpPr>
          <p:nvPr>
            <p:ph type="subTitle" idx="4"/>
          </p:nvPr>
        </p:nvSpPr>
        <p:spPr>
          <a:xfrm>
            <a:off x="3174025" y="2757025"/>
            <a:ext cx="5140500" cy="278400"/>
          </a:xfrm>
          <a:prstGeom prst="rect">
            <a:avLst/>
          </a:prstGeom>
          <a:noFill/>
          <a:ln>
            <a:noFill/>
          </a:ln>
        </p:spPr>
        <p:txBody>
          <a:bodyPr spcFirstLastPara="1" wrap="square" lIns="91425" tIns="0" rIns="91425" bIns="91425" anchor="t" anchorCtr="0">
            <a:noAutofit/>
          </a:bodyPr>
          <a:lstStyle>
            <a:lvl1pPr marL="0" marR="0" lvl="0" indent="0" algn="l" rtl="0">
              <a:lnSpc>
                <a:spcPct val="100000"/>
              </a:lnSpc>
              <a:spcBef>
                <a:spcPts val="0"/>
              </a:spcBef>
              <a:spcAft>
                <a:spcPts val="0"/>
              </a:spcAft>
              <a:buClr>
                <a:schemeClr val="dk1"/>
              </a:buClr>
              <a:buSzPts val="1600"/>
              <a:buFont typeface="Josefin Sans"/>
              <a:buNone/>
              <a:defRPr>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
        <p:nvSpPr>
          <p:cNvPr id="245" name="Google Shape;245;p27"/>
          <p:cNvSpPr txBox="1">
            <a:spLocks noGrp="1"/>
          </p:cNvSpPr>
          <p:nvPr>
            <p:ph type="title" idx="5" hasCustomPrompt="1"/>
          </p:nvPr>
        </p:nvSpPr>
        <p:spPr>
          <a:xfrm>
            <a:off x="3174025" y="2155775"/>
            <a:ext cx="4758000" cy="577800"/>
          </a:xfrm>
          <a:prstGeom prst="rect">
            <a:avLst/>
          </a:prstGeom>
          <a:noFill/>
        </p:spPr>
        <p:txBody>
          <a:bodyPr spcFirstLastPara="1" wrap="square" lIns="91425" tIns="0" rIns="91425" bIns="91425" anchor="ctr" anchorCtr="0">
            <a:noAutofit/>
          </a:bodyPr>
          <a:lstStyle>
            <a:lvl1pPr marL="0" marR="0" lvl="0" indent="0" algn="l" rtl="0">
              <a:lnSpc>
                <a:spcPct val="100000"/>
              </a:lnSpc>
              <a:spcBef>
                <a:spcPts val="0"/>
              </a:spcBef>
              <a:spcAft>
                <a:spcPts val="0"/>
              </a:spcAft>
              <a:buSzPts val="4800"/>
              <a:buNone/>
              <a:defRPr sz="4000">
                <a:solidFill>
                  <a:schemeClr val="accent1"/>
                </a:solidFill>
              </a:defRPr>
            </a:lvl1pPr>
            <a:lvl2pPr lvl="1"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sp>
        <p:nvSpPr>
          <p:cNvPr id="246" name="Google Shape;246;p27"/>
          <p:cNvSpPr txBox="1">
            <a:spLocks noGrp="1"/>
          </p:cNvSpPr>
          <p:nvPr>
            <p:ph type="subTitle" idx="6"/>
          </p:nvPr>
        </p:nvSpPr>
        <p:spPr>
          <a:xfrm>
            <a:off x="3174025" y="4104975"/>
            <a:ext cx="5140500" cy="329400"/>
          </a:xfrm>
          <a:prstGeom prst="rect">
            <a:avLst/>
          </a:prstGeom>
          <a:noFill/>
          <a:ln>
            <a:noFill/>
          </a:ln>
        </p:spPr>
        <p:txBody>
          <a:bodyPr spcFirstLastPara="1" wrap="square" lIns="91425" tIns="0" rIns="91425" bIns="91425" anchor="t" anchorCtr="0">
            <a:noAutofit/>
          </a:bodyPr>
          <a:lstStyle>
            <a:lvl1pPr marL="0" marR="0" lvl="0" indent="0" algn="l" rtl="0">
              <a:lnSpc>
                <a:spcPct val="100000"/>
              </a:lnSpc>
              <a:spcBef>
                <a:spcPts val="0"/>
              </a:spcBef>
              <a:spcAft>
                <a:spcPts val="0"/>
              </a:spcAft>
              <a:buClr>
                <a:schemeClr val="dk1"/>
              </a:buClr>
              <a:buSzPts val="1600"/>
              <a:buFont typeface="Josefin Sans"/>
              <a:buNone/>
              <a:defRPr>
                <a:solidFill>
                  <a:schemeClr val="dk1"/>
                </a:solidFill>
                <a:latin typeface="Josefin Sans"/>
                <a:ea typeface="Josefin Sans"/>
                <a:cs typeface="Josefin Sans"/>
                <a:sym typeface="Josefin Sans"/>
              </a:defRPr>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
        <p:nvSpPr>
          <p:cNvPr id="247" name="Google Shape;247;p27"/>
          <p:cNvSpPr txBox="1">
            <a:spLocks noGrp="1"/>
          </p:cNvSpPr>
          <p:nvPr>
            <p:ph type="title" idx="7" hasCustomPrompt="1"/>
          </p:nvPr>
        </p:nvSpPr>
        <p:spPr>
          <a:xfrm>
            <a:off x="3174025" y="3503725"/>
            <a:ext cx="4758000" cy="577800"/>
          </a:xfrm>
          <a:prstGeom prst="rect">
            <a:avLst/>
          </a:prstGeom>
          <a:noFill/>
        </p:spPr>
        <p:txBody>
          <a:bodyPr spcFirstLastPara="1" wrap="square" lIns="91425" tIns="0" rIns="91425" bIns="91425" anchor="ctr" anchorCtr="0">
            <a:noAutofit/>
          </a:bodyPr>
          <a:lstStyle>
            <a:lvl1pPr marL="0" marR="0" lvl="0" indent="0" algn="l" rtl="0">
              <a:lnSpc>
                <a:spcPct val="100000"/>
              </a:lnSpc>
              <a:spcBef>
                <a:spcPts val="0"/>
              </a:spcBef>
              <a:spcAft>
                <a:spcPts val="0"/>
              </a:spcAft>
              <a:buSzPts val="4800"/>
              <a:buNone/>
              <a:defRPr sz="4000">
                <a:solidFill>
                  <a:schemeClr val="accent1"/>
                </a:solidFill>
              </a:defRPr>
            </a:lvl1pPr>
            <a:lvl2pPr lvl="1"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434343"/>
              </a:buClr>
              <a:buSzPts val="4800"/>
              <a:buFont typeface="Fira Sans Extra Condensed Medium"/>
              <a:buNone/>
              <a:defRPr sz="48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cxnSp>
        <p:nvCxnSpPr>
          <p:cNvPr id="248" name="Google Shape;248;p27"/>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249" name="Google Shape;249;p27"/>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1">
  <p:cSld name="CUSTOM_6">
    <p:spTree>
      <p:nvGrpSpPr>
        <p:cNvPr id="1" name="Shape 250"/>
        <p:cNvGrpSpPr/>
        <p:nvPr/>
      </p:nvGrpSpPr>
      <p:grpSpPr>
        <a:xfrm>
          <a:off x="0" y="0"/>
          <a:ext cx="0" cy="0"/>
          <a:chOff x="0" y="0"/>
          <a:chExt cx="0" cy="0"/>
        </a:xfrm>
      </p:grpSpPr>
      <p:sp>
        <p:nvSpPr>
          <p:cNvPr id="251" name="Google Shape;251;p28"/>
          <p:cNvSpPr txBox="1">
            <a:spLocks noGrp="1"/>
          </p:cNvSpPr>
          <p:nvPr>
            <p:ph type="subTitle" idx="1"/>
          </p:nvPr>
        </p:nvSpPr>
        <p:spPr>
          <a:xfrm>
            <a:off x="951625" y="1633875"/>
            <a:ext cx="3027300" cy="5127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2000"/>
              <a:buFont typeface="Josefin Sans"/>
              <a:buNone/>
              <a:defRPr sz="18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9pPr>
          </a:lstStyle>
          <a:p>
            <a:endParaRPr/>
          </a:p>
        </p:txBody>
      </p:sp>
      <p:sp>
        <p:nvSpPr>
          <p:cNvPr id="252" name="Google Shape;252;p28"/>
          <p:cNvSpPr txBox="1">
            <a:spLocks noGrp="1"/>
          </p:cNvSpPr>
          <p:nvPr>
            <p:ph type="subTitle" idx="2"/>
          </p:nvPr>
        </p:nvSpPr>
        <p:spPr>
          <a:xfrm>
            <a:off x="951632" y="1011675"/>
            <a:ext cx="2662200" cy="393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2400"/>
              <a:buFont typeface="Josefin Sans"/>
              <a:buNone/>
              <a:defRPr sz="2800" b="1">
                <a:solidFill>
                  <a:schemeClr val="accent1"/>
                </a:solidFill>
                <a:latin typeface="Josefin Sans"/>
                <a:ea typeface="Josefin Sans"/>
                <a:cs typeface="Josefin Sans"/>
                <a:sym typeface="Josefin Sans"/>
              </a:defRPr>
            </a:lvl1pPr>
            <a:lvl2pPr lvl="1"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9pPr>
          </a:lstStyle>
          <a:p>
            <a:endParaRPr/>
          </a:p>
        </p:txBody>
      </p:sp>
      <p:sp>
        <p:nvSpPr>
          <p:cNvPr id="253" name="Google Shape;253;p28"/>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54" name="Google Shape;254;p28"/>
          <p:cNvSpPr txBox="1">
            <a:spLocks noGrp="1"/>
          </p:cNvSpPr>
          <p:nvPr>
            <p:ph type="title" idx="3"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255" name="Google Shape;255;p28"/>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sp>
        <p:nvSpPr>
          <p:cNvPr id="256" name="Google Shape;256;p28"/>
          <p:cNvSpPr txBox="1">
            <a:spLocks noGrp="1"/>
          </p:cNvSpPr>
          <p:nvPr>
            <p:ph type="subTitle" idx="4"/>
          </p:nvPr>
        </p:nvSpPr>
        <p:spPr>
          <a:xfrm>
            <a:off x="951632" y="2717100"/>
            <a:ext cx="3027300" cy="11415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1600"/>
              <a:buFont typeface="Josefin Sans"/>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cxnSp>
        <p:nvCxnSpPr>
          <p:cNvPr id="257" name="Google Shape;257;p28"/>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258" name="Google Shape;258;p28"/>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2">
  <p:cSld name="CUSTOM_6_1">
    <p:spTree>
      <p:nvGrpSpPr>
        <p:cNvPr id="1" name="Shape 259"/>
        <p:cNvGrpSpPr/>
        <p:nvPr/>
      </p:nvGrpSpPr>
      <p:grpSpPr>
        <a:xfrm>
          <a:off x="0" y="0"/>
          <a:ext cx="0" cy="0"/>
          <a:chOff x="0" y="0"/>
          <a:chExt cx="0" cy="0"/>
        </a:xfrm>
      </p:grpSpPr>
      <p:sp>
        <p:nvSpPr>
          <p:cNvPr id="260" name="Google Shape;260;p29"/>
          <p:cNvSpPr txBox="1">
            <a:spLocks noGrp="1"/>
          </p:cNvSpPr>
          <p:nvPr>
            <p:ph type="subTitle" idx="1"/>
          </p:nvPr>
        </p:nvSpPr>
        <p:spPr>
          <a:xfrm>
            <a:off x="5169475" y="1633875"/>
            <a:ext cx="3027300" cy="4746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1800"/>
              <a:buFont typeface="Josefin Sans"/>
              <a:buNone/>
              <a:defRPr sz="16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600"/>
              <a:buFont typeface="Josefin Sans"/>
              <a:buNone/>
              <a:defRPr sz="1600">
                <a:solidFill>
                  <a:schemeClr val="dk1"/>
                </a:solidFill>
                <a:latin typeface="Josefin Sans"/>
                <a:ea typeface="Josefin Sans"/>
                <a:cs typeface="Josefin Sans"/>
                <a:sym typeface="Josefin Sans"/>
              </a:defRPr>
            </a:lvl9pPr>
          </a:lstStyle>
          <a:p>
            <a:endParaRPr/>
          </a:p>
        </p:txBody>
      </p:sp>
      <p:sp>
        <p:nvSpPr>
          <p:cNvPr id="261" name="Google Shape;261;p29"/>
          <p:cNvSpPr txBox="1">
            <a:spLocks noGrp="1"/>
          </p:cNvSpPr>
          <p:nvPr>
            <p:ph type="subTitle" idx="2"/>
          </p:nvPr>
        </p:nvSpPr>
        <p:spPr>
          <a:xfrm>
            <a:off x="5169475" y="1011675"/>
            <a:ext cx="2662200" cy="3936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2400"/>
              <a:buFont typeface="Josefin Sans"/>
              <a:buNone/>
              <a:defRPr sz="2800" b="1">
                <a:solidFill>
                  <a:schemeClr val="accent1"/>
                </a:solidFill>
                <a:latin typeface="Josefin Sans"/>
                <a:ea typeface="Josefin Sans"/>
                <a:cs typeface="Josefin Sans"/>
                <a:sym typeface="Josefin Sans"/>
              </a:defRPr>
            </a:lvl1pPr>
            <a:lvl2pPr lvl="1"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2pPr>
            <a:lvl3pPr lvl="2"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3pPr>
            <a:lvl4pPr lvl="3"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4pPr>
            <a:lvl5pPr lvl="4"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5pPr>
            <a:lvl6pPr lvl="5"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6pPr>
            <a:lvl7pPr lvl="6"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7pPr>
            <a:lvl8pPr lvl="7"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8pPr>
            <a:lvl9pPr lvl="8" rtl="0">
              <a:lnSpc>
                <a:spcPct val="100000"/>
              </a:lnSpc>
              <a:spcBef>
                <a:spcPts val="0"/>
              </a:spcBef>
              <a:spcAft>
                <a:spcPts val="0"/>
              </a:spcAft>
              <a:buClr>
                <a:schemeClr val="accent1"/>
              </a:buClr>
              <a:buSzPts val="1800"/>
              <a:buFont typeface="Josefin Sans SemiBold"/>
              <a:buNone/>
              <a:defRPr sz="1800">
                <a:solidFill>
                  <a:schemeClr val="accent1"/>
                </a:solidFill>
                <a:latin typeface="Josefin Sans SemiBold"/>
                <a:ea typeface="Josefin Sans SemiBold"/>
                <a:cs typeface="Josefin Sans SemiBold"/>
                <a:sym typeface="Josefin Sans SemiBold"/>
              </a:defRPr>
            </a:lvl9pPr>
          </a:lstStyle>
          <a:p>
            <a:endParaRPr/>
          </a:p>
        </p:txBody>
      </p:sp>
      <p:sp>
        <p:nvSpPr>
          <p:cNvPr id="262" name="Google Shape;262;p29"/>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63" name="Google Shape;263;p29"/>
          <p:cNvSpPr txBox="1">
            <a:spLocks noGrp="1"/>
          </p:cNvSpPr>
          <p:nvPr>
            <p:ph type="title" idx="3"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264" name="Google Shape;264;p29"/>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sp>
        <p:nvSpPr>
          <p:cNvPr id="265" name="Google Shape;265;p29"/>
          <p:cNvSpPr txBox="1">
            <a:spLocks noGrp="1"/>
          </p:cNvSpPr>
          <p:nvPr>
            <p:ph type="subTitle" idx="4"/>
          </p:nvPr>
        </p:nvSpPr>
        <p:spPr>
          <a:xfrm>
            <a:off x="5169475" y="2717100"/>
            <a:ext cx="3027300" cy="1141500"/>
          </a:xfrm>
          <a:prstGeom prst="rect">
            <a:avLst/>
          </a:prstGeom>
          <a:noFill/>
          <a:ln>
            <a:noFill/>
          </a:ln>
        </p:spPr>
        <p:txBody>
          <a:bodyPr spcFirstLastPara="1" wrap="square" lIns="91425" tIns="91425" rIns="91425" bIns="0" anchor="t" anchorCtr="0">
            <a:noAutofit/>
          </a:bodyPr>
          <a:lstStyle>
            <a:lvl1pPr lvl="0" rtl="0">
              <a:lnSpc>
                <a:spcPct val="100000"/>
              </a:lnSpc>
              <a:spcBef>
                <a:spcPts val="0"/>
              </a:spcBef>
              <a:spcAft>
                <a:spcPts val="0"/>
              </a:spcAft>
              <a:buClr>
                <a:schemeClr val="dk1"/>
              </a:buClr>
              <a:buSzPts val="1600"/>
              <a:buFont typeface="Josefin Sans"/>
              <a:buNone/>
              <a:defRPr sz="14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rtl="0">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a:endParaRPr/>
          </a:p>
        </p:txBody>
      </p:sp>
      <p:cxnSp>
        <p:nvCxnSpPr>
          <p:cNvPr id="266" name="Google Shape;266;p29"/>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267" name="Google Shape;267;p29"/>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3">
  <p:cSld name="TITLE_ONLY_1_1_1">
    <p:spTree>
      <p:nvGrpSpPr>
        <p:cNvPr id="1" name="Shape 268"/>
        <p:cNvGrpSpPr/>
        <p:nvPr/>
      </p:nvGrpSpPr>
      <p:grpSpPr>
        <a:xfrm>
          <a:off x="0" y="0"/>
          <a:ext cx="0" cy="0"/>
          <a:chOff x="0" y="0"/>
          <a:chExt cx="0" cy="0"/>
        </a:xfrm>
      </p:grpSpPr>
      <p:sp>
        <p:nvSpPr>
          <p:cNvPr id="269" name="Google Shape;269;p30"/>
          <p:cNvSpPr txBox="1">
            <a:spLocks noGrp="1"/>
          </p:cNvSpPr>
          <p:nvPr>
            <p:ph type="subTitle" idx="1"/>
          </p:nvPr>
        </p:nvSpPr>
        <p:spPr>
          <a:xfrm>
            <a:off x="6017775" y="2566200"/>
            <a:ext cx="2422200" cy="1055100"/>
          </a:xfrm>
          <a:prstGeom prst="rect">
            <a:avLst/>
          </a:prstGeom>
          <a:solidFill>
            <a:schemeClr val="lt1"/>
          </a:solidFill>
          <a:ln>
            <a:noFill/>
          </a:ln>
        </p:spPr>
        <p:txBody>
          <a:bodyPr spcFirstLastPara="1" wrap="square" lIns="91425" tIns="0" rIns="91425" bIns="91425" anchor="t" anchorCtr="0">
            <a:noAutofit/>
          </a:bodyPr>
          <a:lstStyle>
            <a:lvl1pPr lvl="0" rtl="0">
              <a:lnSpc>
                <a:spcPct val="100000"/>
              </a:lnSpc>
              <a:spcBef>
                <a:spcPts val="0"/>
              </a:spcBef>
              <a:spcAft>
                <a:spcPts val="0"/>
              </a:spcAft>
              <a:buClr>
                <a:schemeClr val="dk1"/>
              </a:buClr>
              <a:buSzPts val="1400"/>
              <a:buFont typeface="Josefin Sans"/>
              <a:buNone/>
              <a:defRPr>
                <a:solidFill>
                  <a:schemeClr val="dk1"/>
                </a:solidFill>
                <a:latin typeface="Josefin Sans Medium"/>
                <a:ea typeface="Josefin Sans Medium"/>
                <a:cs typeface="Josefin Sans Medium"/>
                <a:sym typeface="Josefin Sans Medium"/>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70" name="Google Shape;270;p30"/>
          <p:cNvSpPr txBox="1">
            <a:spLocks noGrp="1"/>
          </p:cNvSpPr>
          <p:nvPr>
            <p:ph type="title"/>
          </p:nvPr>
        </p:nvSpPr>
        <p:spPr>
          <a:xfrm>
            <a:off x="915200" y="752095"/>
            <a:ext cx="2810100" cy="675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Josefin Sans"/>
              <a:buNone/>
              <a:defRPr b="1">
                <a:solidFill>
                  <a:schemeClr val="accent1"/>
                </a:solidFill>
                <a:latin typeface="Josefin Sans"/>
                <a:ea typeface="Josefin Sans"/>
                <a:cs typeface="Josefin Sans"/>
                <a:sym typeface="Josefin Sans"/>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cxnSp>
        <p:nvCxnSpPr>
          <p:cNvPr id="271" name="Google Shape;271;p30"/>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272" name="Google Shape;272;p30"/>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ext 6">
  <p:cSld name="TITLE_ONLY_1_1_1_1">
    <p:spTree>
      <p:nvGrpSpPr>
        <p:cNvPr id="1" name="Shape 273"/>
        <p:cNvGrpSpPr/>
        <p:nvPr/>
      </p:nvGrpSpPr>
      <p:grpSpPr>
        <a:xfrm>
          <a:off x="0" y="0"/>
          <a:ext cx="0" cy="0"/>
          <a:chOff x="0" y="0"/>
          <a:chExt cx="0" cy="0"/>
        </a:xfrm>
      </p:grpSpPr>
      <p:sp>
        <p:nvSpPr>
          <p:cNvPr id="274" name="Google Shape;274;p31"/>
          <p:cNvSpPr txBox="1">
            <a:spLocks noGrp="1"/>
          </p:cNvSpPr>
          <p:nvPr>
            <p:ph type="title"/>
          </p:nvPr>
        </p:nvSpPr>
        <p:spPr>
          <a:xfrm>
            <a:off x="915200" y="752095"/>
            <a:ext cx="2810100" cy="675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Josefin Sans"/>
              <a:buNone/>
              <a:defRPr b="1">
                <a:solidFill>
                  <a:schemeClr val="accent1"/>
                </a:solidFill>
                <a:latin typeface="Josefin Sans"/>
                <a:ea typeface="Josefin Sans"/>
                <a:cs typeface="Josefin Sans"/>
                <a:sym typeface="Josefin Sans"/>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275" name="Google Shape;275;p31"/>
          <p:cNvSpPr txBox="1">
            <a:spLocks noGrp="1"/>
          </p:cNvSpPr>
          <p:nvPr>
            <p:ph type="subTitle" idx="1"/>
          </p:nvPr>
        </p:nvSpPr>
        <p:spPr>
          <a:xfrm>
            <a:off x="3129400" y="2566200"/>
            <a:ext cx="2422200" cy="1055100"/>
          </a:xfrm>
          <a:prstGeom prst="rect">
            <a:avLst/>
          </a:prstGeom>
          <a:solidFill>
            <a:schemeClr val="lt1"/>
          </a:solidFill>
          <a:ln>
            <a:noFill/>
          </a:ln>
        </p:spPr>
        <p:txBody>
          <a:bodyPr spcFirstLastPara="1" wrap="square" lIns="91425" tIns="0" rIns="91425" bIns="91425" anchor="t" anchorCtr="0">
            <a:noAutofit/>
          </a:bodyPr>
          <a:lstStyle>
            <a:lvl1pPr lvl="0" rtl="0">
              <a:lnSpc>
                <a:spcPct val="100000"/>
              </a:lnSpc>
              <a:spcBef>
                <a:spcPts val="0"/>
              </a:spcBef>
              <a:spcAft>
                <a:spcPts val="0"/>
              </a:spcAft>
              <a:buClr>
                <a:schemeClr val="dk1"/>
              </a:buClr>
              <a:buSzPts val="1400"/>
              <a:buFont typeface="Josefin Sans"/>
              <a:buNone/>
              <a:defRPr>
                <a:solidFill>
                  <a:schemeClr val="dk1"/>
                </a:solidFill>
                <a:latin typeface="Josefin Sans Medium"/>
                <a:ea typeface="Josefin Sans Medium"/>
                <a:cs typeface="Josefin Sans Medium"/>
                <a:sym typeface="Josefin Sans Medium"/>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cxnSp>
        <p:nvCxnSpPr>
          <p:cNvPr id="276" name="Google Shape;276;p31"/>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277" name="Google Shape;277;p31"/>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ext 4">
  <p:cSld name="TITLE_ONLY_1_2">
    <p:spTree>
      <p:nvGrpSpPr>
        <p:cNvPr id="1" name="Shape 278"/>
        <p:cNvGrpSpPr/>
        <p:nvPr/>
      </p:nvGrpSpPr>
      <p:grpSpPr>
        <a:xfrm>
          <a:off x="0" y="0"/>
          <a:ext cx="0" cy="0"/>
          <a:chOff x="0" y="0"/>
          <a:chExt cx="0" cy="0"/>
        </a:xfrm>
      </p:grpSpPr>
      <p:sp>
        <p:nvSpPr>
          <p:cNvPr id="279" name="Google Shape;279;p32"/>
          <p:cNvSpPr txBox="1">
            <a:spLocks noGrp="1"/>
          </p:cNvSpPr>
          <p:nvPr>
            <p:ph type="title"/>
          </p:nvPr>
        </p:nvSpPr>
        <p:spPr>
          <a:xfrm>
            <a:off x="5289800" y="752100"/>
            <a:ext cx="2810100" cy="1873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Font typeface="Josefin Sans"/>
              <a:buNone/>
              <a:defRPr b="1">
                <a:latin typeface="Josefin Sans"/>
                <a:ea typeface="Josefin Sans"/>
                <a:cs typeface="Josefin Sans"/>
                <a:sym typeface="Josefin Sans"/>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280" name="Google Shape;280;p32"/>
          <p:cNvSpPr txBox="1">
            <a:spLocks noGrp="1"/>
          </p:cNvSpPr>
          <p:nvPr>
            <p:ph type="subTitle" idx="1"/>
          </p:nvPr>
        </p:nvSpPr>
        <p:spPr>
          <a:xfrm>
            <a:off x="5781275" y="2763700"/>
            <a:ext cx="2318700" cy="1090500"/>
          </a:xfrm>
          <a:prstGeom prst="rect">
            <a:avLst/>
          </a:prstGeom>
          <a:solidFill>
            <a:schemeClr val="lt1"/>
          </a:solidFill>
          <a:ln>
            <a:noFill/>
          </a:ln>
        </p:spPr>
        <p:txBody>
          <a:bodyPr spcFirstLastPara="1" wrap="square" lIns="91425" tIns="91425" rIns="91425" bIns="0" anchor="t" anchorCtr="0">
            <a:noAutofit/>
          </a:bodyPr>
          <a:lstStyle>
            <a:lvl1pPr lvl="0" algn="r" rtl="0">
              <a:lnSpc>
                <a:spcPct val="100000"/>
              </a:lnSpc>
              <a:spcBef>
                <a:spcPts val="0"/>
              </a:spcBef>
              <a:spcAft>
                <a:spcPts val="0"/>
              </a:spcAft>
              <a:buClr>
                <a:schemeClr val="dk2"/>
              </a:buClr>
              <a:buSzPts val="1600"/>
              <a:buFont typeface="Josefin Sans"/>
              <a:buNone/>
              <a:defRPr sz="1400">
                <a:solidFill>
                  <a:schemeClr val="dk1"/>
                </a:solidFill>
                <a:latin typeface="Josefin Sans"/>
                <a:ea typeface="Josefin Sans"/>
                <a:cs typeface="Josefin Sans"/>
                <a:sym typeface="Josefin Sans"/>
              </a:defRPr>
            </a:lvl1pPr>
            <a:lvl2pPr lvl="1" algn="r" rtl="0">
              <a:lnSpc>
                <a:spcPct val="100000"/>
              </a:lnSpc>
              <a:spcBef>
                <a:spcPts val="0"/>
              </a:spcBef>
              <a:spcAft>
                <a:spcPts val="0"/>
              </a:spcAft>
              <a:buClr>
                <a:schemeClr val="dk1"/>
              </a:buClr>
              <a:buSzPts val="1400"/>
              <a:buNone/>
              <a:defRPr>
                <a:solidFill>
                  <a:schemeClr val="dk1"/>
                </a:solidFill>
              </a:defRPr>
            </a:lvl2pPr>
            <a:lvl3pPr lvl="2" algn="r" rtl="0">
              <a:lnSpc>
                <a:spcPct val="100000"/>
              </a:lnSpc>
              <a:spcBef>
                <a:spcPts val="0"/>
              </a:spcBef>
              <a:spcAft>
                <a:spcPts val="0"/>
              </a:spcAft>
              <a:buClr>
                <a:schemeClr val="dk1"/>
              </a:buClr>
              <a:buSzPts val="1400"/>
              <a:buNone/>
              <a:defRPr>
                <a:solidFill>
                  <a:schemeClr val="dk1"/>
                </a:solidFill>
              </a:defRPr>
            </a:lvl3pPr>
            <a:lvl4pPr lvl="3" algn="r" rtl="0">
              <a:lnSpc>
                <a:spcPct val="100000"/>
              </a:lnSpc>
              <a:spcBef>
                <a:spcPts val="0"/>
              </a:spcBef>
              <a:spcAft>
                <a:spcPts val="0"/>
              </a:spcAft>
              <a:buClr>
                <a:schemeClr val="dk1"/>
              </a:buClr>
              <a:buSzPts val="1400"/>
              <a:buNone/>
              <a:defRPr>
                <a:solidFill>
                  <a:schemeClr val="dk1"/>
                </a:solidFill>
              </a:defRPr>
            </a:lvl4pPr>
            <a:lvl5pPr lvl="4" algn="r" rtl="0">
              <a:lnSpc>
                <a:spcPct val="100000"/>
              </a:lnSpc>
              <a:spcBef>
                <a:spcPts val="0"/>
              </a:spcBef>
              <a:spcAft>
                <a:spcPts val="0"/>
              </a:spcAft>
              <a:buClr>
                <a:schemeClr val="dk1"/>
              </a:buClr>
              <a:buSzPts val="1400"/>
              <a:buNone/>
              <a:defRPr>
                <a:solidFill>
                  <a:schemeClr val="dk1"/>
                </a:solidFill>
              </a:defRPr>
            </a:lvl5pPr>
            <a:lvl6pPr lvl="5" algn="r" rtl="0">
              <a:lnSpc>
                <a:spcPct val="100000"/>
              </a:lnSpc>
              <a:spcBef>
                <a:spcPts val="0"/>
              </a:spcBef>
              <a:spcAft>
                <a:spcPts val="0"/>
              </a:spcAft>
              <a:buClr>
                <a:schemeClr val="dk1"/>
              </a:buClr>
              <a:buSzPts val="1400"/>
              <a:buNone/>
              <a:defRPr>
                <a:solidFill>
                  <a:schemeClr val="dk1"/>
                </a:solidFill>
              </a:defRPr>
            </a:lvl6pPr>
            <a:lvl7pPr lvl="6" algn="r" rtl="0">
              <a:lnSpc>
                <a:spcPct val="100000"/>
              </a:lnSpc>
              <a:spcBef>
                <a:spcPts val="0"/>
              </a:spcBef>
              <a:spcAft>
                <a:spcPts val="0"/>
              </a:spcAft>
              <a:buClr>
                <a:schemeClr val="dk1"/>
              </a:buClr>
              <a:buSzPts val="1400"/>
              <a:buNone/>
              <a:defRPr>
                <a:solidFill>
                  <a:schemeClr val="dk1"/>
                </a:solidFill>
              </a:defRPr>
            </a:lvl7pPr>
            <a:lvl8pPr lvl="7" algn="r" rtl="0">
              <a:lnSpc>
                <a:spcPct val="100000"/>
              </a:lnSpc>
              <a:spcBef>
                <a:spcPts val="0"/>
              </a:spcBef>
              <a:spcAft>
                <a:spcPts val="0"/>
              </a:spcAft>
              <a:buClr>
                <a:schemeClr val="dk1"/>
              </a:buClr>
              <a:buSzPts val="1400"/>
              <a:buNone/>
              <a:defRPr>
                <a:solidFill>
                  <a:schemeClr val="dk1"/>
                </a:solidFill>
              </a:defRPr>
            </a:lvl8pPr>
            <a:lvl9pPr lvl="8" algn="r" rtl="0">
              <a:lnSpc>
                <a:spcPct val="100000"/>
              </a:lnSpc>
              <a:spcBef>
                <a:spcPts val="0"/>
              </a:spcBef>
              <a:spcAft>
                <a:spcPts val="0"/>
              </a:spcAft>
              <a:buClr>
                <a:schemeClr val="dk1"/>
              </a:buClr>
              <a:buSzPts val="1400"/>
              <a:buNone/>
              <a:defRPr>
                <a:solidFill>
                  <a:schemeClr val="dk1"/>
                </a:solidFill>
              </a:defRPr>
            </a:lvl9pPr>
          </a:lstStyle>
          <a:p>
            <a:endParaRPr/>
          </a:p>
        </p:txBody>
      </p:sp>
      <p:cxnSp>
        <p:nvCxnSpPr>
          <p:cNvPr id="281" name="Google Shape;281;p32"/>
          <p:cNvCxnSpPr/>
          <p:nvPr/>
        </p:nvCxnSpPr>
        <p:spPr>
          <a:xfrm>
            <a:off x="8288525" y="915600"/>
            <a:ext cx="1800" cy="1581000"/>
          </a:xfrm>
          <a:prstGeom prst="straightConnector1">
            <a:avLst/>
          </a:prstGeom>
          <a:noFill/>
          <a:ln w="76200" cap="flat" cmpd="sng">
            <a:solidFill>
              <a:schemeClr val="accent1"/>
            </a:solidFill>
            <a:prstDash val="solid"/>
            <a:round/>
            <a:headEnd type="none" w="med" len="med"/>
            <a:tailEnd type="none" w="med" len="med"/>
          </a:ln>
        </p:spPr>
      </p:cxnSp>
      <p:cxnSp>
        <p:nvCxnSpPr>
          <p:cNvPr id="282" name="Google Shape;282;p32"/>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283" name="Google Shape;283;p32"/>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ext 5">
  <p:cSld name="TITLE_ONLY_1_2_1">
    <p:spTree>
      <p:nvGrpSpPr>
        <p:cNvPr id="1" name="Shape 284"/>
        <p:cNvGrpSpPr/>
        <p:nvPr/>
      </p:nvGrpSpPr>
      <p:grpSpPr>
        <a:xfrm>
          <a:off x="0" y="0"/>
          <a:ext cx="0" cy="0"/>
          <a:chOff x="0" y="0"/>
          <a:chExt cx="0" cy="0"/>
        </a:xfrm>
      </p:grpSpPr>
      <p:sp>
        <p:nvSpPr>
          <p:cNvPr id="285" name="Google Shape;285;p33"/>
          <p:cNvSpPr txBox="1">
            <a:spLocks noGrp="1"/>
          </p:cNvSpPr>
          <p:nvPr>
            <p:ph type="title"/>
          </p:nvPr>
        </p:nvSpPr>
        <p:spPr>
          <a:xfrm>
            <a:off x="146725" y="4789139"/>
            <a:ext cx="3027300" cy="229200"/>
          </a:xfrm>
          <a:prstGeom prst="rect">
            <a:avLst/>
          </a:prstGeom>
        </p:spPr>
        <p:txBody>
          <a:bodyPr spcFirstLastPara="1" wrap="square" lIns="91425" tIns="0" rIns="91425" bIns="0" anchor="ctr" anchorCtr="0">
            <a:noAutofit/>
          </a:bodyPr>
          <a:lstStyle>
            <a:lvl1pPr lvl="0" rtl="0">
              <a:spcBef>
                <a:spcPts val="0"/>
              </a:spcBef>
              <a:spcAft>
                <a:spcPts val="0"/>
              </a:spcAft>
              <a:buSzPts val="800"/>
              <a:buFont typeface="Josefin Sans"/>
              <a:buNone/>
              <a:defRPr sz="800" b="1">
                <a:latin typeface="Josefin Sans"/>
                <a:ea typeface="Josefin Sans"/>
                <a:cs typeface="Josefin Sans"/>
                <a:sym typeface="Josefin Sans"/>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86" name="Google Shape;286;p33"/>
          <p:cNvSpPr txBox="1">
            <a:spLocks noGrp="1"/>
          </p:cNvSpPr>
          <p:nvPr>
            <p:ph type="title" idx="2" hasCustomPrompt="1"/>
          </p:nvPr>
        </p:nvSpPr>
        <p:spPr>
          <a:xfrm>
            <a:off x="146725" y="4719850"/>
            <a:ext cx="1689000" cy="160500"/>
          </a:xfrm>
          <a:prstGeom prst="rect">
            <a:avLst/>
          </a:prstGeom>
        </p:spPr>
        <p:txBody>
          <a:bodyPr spcFirstLastPara="1" wrap="square" lIns="91425" tIns="0" rIns="91425" bIns="0" anchor="b" anchorCtr="0">
            <a:noAutofit/>
          </a:bodyPr>
          <a:lstStyle>
            <a:lvl1pPr lvl="0" rtl="0">
              <a:spcBef>
                <a:spcPts val="0"/>
              </a:spcBef>
              <a:spcAft>
                <a:spcPts val="0"/>
              </a:spcAft>
              <a:buClr>
                <a:schemeClr val="accent1"/>
              </a:buClr>
              <a:buSzPts val="1900"/>
              <a:buFont typeface="Josefin Sans"/>
              <a:buNone/>
              <a:defRPr sz="1900" b="1">
                <a:solidFill>
                  <a:schemeClr val="accent1"/>
                </a:solidFill>
                <a:latin typeface="Josefin Sans"/>
                <a:ea typeface="Josefin Sans"/>
                <a:cs typeface="Josefin Sans"/>
                <a:sym typeface="Josefin Sans"/>
              </a:defRPr>
            </a:lvl1pPr>
            <a:lvl2pPr lvl="1"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2pPr>
            <a:lvl3pPr lvl="2"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3pPr>
            <a:lvl4pPr lvl="3"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4pPr>
            <a:lvl5pPr lvl="4"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5pPr>
            <a:lvl6pPr lvl="5"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6pPr>
            <a:lvl7pPr lvl="6"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7pPr>
            <a:lvl8pPr lvl="7"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8pPr>
            <a:lvl9pPr lvl="8" rtl="0">
              <a:spcBef>
                <a:spcPts val="0"/>
              </a:spcBef>
              <a:spcAft>
                <a:spcPts val="0"/>
              </a:spcAft>
              <a:buClr>
                <a:srgbClr val="FD0000"/>
              </a:buClr>
              <a:buSzPts val="4000"/>
              <a:buFont typeface="Josefin Sans"/>
              <a:buNone/>
              <a:defRPr sz="4000" b="1">
                <a:solidFill>
                  <a:srgbClr val="FD0000"/>
                </a:solidFill>
                <a:latin typeface="Josefin Sans"/>
                <a:ea typeface="Josefin Sans"/>
                <a:cs typeface="Josefin Sans"/>
                <a:sym typeface="Josefin Sans"/>
              </a:defRPr>
            </a:lvl9pPr>
          </a:lstStyle>
          <a:p>
            <a:r>
              <a:t>xx%</a:t>
            </a:r>
          </a:p>
        </p:txBody>
      </p:sp>
      <p:cxnSp>
        <p:nvCxnSpPr>
          <p:cNvPr id="287" name="Google Shape;287;p33"/>
          <p:cNvCxnSpPr/>
          <p:nvPr/>
        </p:nvCxnSpPr>
        <p:spPr>
          <a:xfrm rot="10800000">
            <a:off x="241206" y="4608973"/>
            <a:ext cx="1209600" cy="0"/>
          </a:xfrm>
          <a:prstGeom prst="straightConnector1">
            <a:avLst/>
          </a:prstGeom>
          <a:noFill/>
          <a:ln w="9525" cap="flat" cmpd="sng">
            <a:solidFill>
              <a:schemeClr val="accent1"/>
            </a:solidFill>
            <a:prstDash val="solid"/>
            <a:round/>
            <a:headEnd type="none" w="med" len="med"/>
            <a:tailEnd type="none" w="med" len="med"/>
          </a:ln>
        </p:spPr>
      </p:cxnSp>
      <p:sp>
        <p:nvSpPr>
          <p:cNvPr id="288" name="Google Shape;288;p33"/>
          <p:cNvSpPr txBox="1">
            <a:spLocks noGrp="1"/>
          </p:cNvSpPr>
          <p:nvPr>
            <p:ph type="subTitle" idx="1"/>
          </p:nvPr>
        </p:nvSpPr>
        <p:spPr>
          <a:xfrm>
            <a:off x="3241650" y="2094288"/>
            <a:ext cx="4125600" cy="1587000"/>
          </a:xfrm>
          <a:prstGeom prst="rect">
            <a:avLst/>
          </a:prstGeom>
          <a:solidFill>
            <a:schemeClr val="lt1"/>
          </a:solidFill>
          <a:ln>
            <a:noFill/>
          </a:ln>
        </p:spPr>
        <p:txBody>
          <a:bodyPr spcFirstLastPara="1" wrap="square" lIns="91425" tIns="182875" rIns="91425" bIns="0" anchor="ctr" anchorCtr="0">
            <a:noAutofit/>
          </a:bodyPr>
          <a:lstStyle>
            <a:lvl1pPr lvl="0" rtl="0">
              <a:lnSpc>
                <a:spcPct val="100000"/>
              </a:lnSpc>
              <a:spcBef>
                <a:spcPts val="0"/>
              </a:spcBef>
              <a:spcAft>
                <a:spcPts val="0"/>
              </a:spcAft>
              <a:buClr>
                <a:schemeClr val="dk1"/>
              </a:buClr>
              <a:buSzPts val="1600"/>
              <a:buFont typeface="Josefin Sans Light"/>
              <a:buChar char="●"/>
              <a:defRPr sz="16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Char char="○"/>
              <a:defRPr>
                <a:solidFill>
                  <a:schemeClr val="dk1"/>
                </a:solidFill>
              </a:defRPr>
            </a:lvl2pPr>
            <a:lvl3pPr lvl="2" rtl="0">
              <a:lnSpc>
                <a:spcPct val="100000"/>
              </a:lnSpc>
              <a:spcBef>
                <a:spcPts val="0"/>
              </a:spcBef>
              <a:spcAft>
                <a:spcPts val="0"/>
              </a:spcAft>
              <a:buClr>
                <a:schemeClr val="dk1"/>
              </a:buClr>
              <a:buSzPts val="1400"/>
              <a:buChar char="■"/>
              <a:defRPr>
                <a:solidFill>
                  <a:schemeClr val="dk1"/>
                </a:solidFill>
              </a:defRPr>
            </a:lvl3pPr>
            <a:lvl4pPr lvl="3" rtl="0">
              <a:lnSpc>
                <a:spcPct val="100000"/>
              </a:lnSpc>
              <a:spcBef>
                <a:spcPts val="0"/>
              </a:spcBef>
              <a:spcAft>
                <a:spcPts val="0"/>
              </a:spcAft>
              <a:buClr>
                <a:schemeClr val="dk1"/>
              </a:buClr>
              <a:buSzPts val="1400"/>
              <a:buChar char="●"/>
              <a:defRPr>
                <a:solidFill>
                  <a:schemeClr val="dk1"/>
                </a:solidFill>
              </a:defRPr>
            </a:lvl4pPr>
            <a:lvl5pPr lvl="4" rtl="0">
              <a:lnSpc>
                <a:spcPct val="100000"/>
              </a:lnSpc>
              <a:spcBef>
                <a:spcPts val="0"/>
              </a:spcBef>
              <a:spcAft>
                <a:spcPts val="0"/>
              </a:spcAft>
              <a:buClr>
                <a:schemeClr val="dk1"/>
              </a:buClr>
              <a:buSzPts val="1400"/>
              <a:buChar char="○"/>
              <a:defRPr>
                <a:solidFill>
                  <a:schemeClr val="dk1"/>
                </a:solidFill>
              </a:defRPr>
            </a:lvl5pPr>
            <a:lvl6pPr lvl="5" rtl="0">
              <a:lnSpc>
                <a:spcPct val="100000"/>
              </a:lnSpc>
              <a:spcBef>
                <a:spcPts val="0"/>
              </a:spcBef>
              <a:spcAft>
                <a:spcPts val="0"/>
              </a:spcAft>
              <a:buClr>
                <a:schemeClr val="dk1"/>
              </a:buClr>
              <a:buSzPts val="1400"/>
              <a:buChar char="■"/>
              <a:defRPr>
                <a:solidFill>
                  <a:schemeClr val="dk1"/>
                </a:solidFill>
              </a:defRPr>
            </a:lvl6pPr>
            <a:lvl7pPr lvl="6" rtl="0">
              <a:lnSpc>
                <a:spcPct val="100000"/>
              </a:lnSpc>
              <a:spcBef>
                <a:spcPts val="0"/>
              </a:spcBef>
              <a:spcAft>
                <a:spcPts val="0"/>
              </a:spcAft>
              <a:buClr>
                <a:schemeClr val="dk1"/>
              </a:buClr>
              <a:buSzPts val="1400"/>
              <a:buChar char="●"/>
              <a:defRPr>
                <a:solidFill>
                  <a:schemeClr val="dk1"/>
                </a:solidFill>
              </a:defRPr>
            </a:lvl7pPr>
            <a:lvl8pPr lvl="7" rtl="0">
              <a:lnSpc>
                <a:spcPct val="100000"/>
              </a:lnSpc>
              <a:spcBef>
                <a:spcPts val="0"/>
              </a:spcBef>
              <a:spcAft>
                <a:spcPts val="0"/>
              </a:spcAft>
              <a:buClr>
                <a:schemeClr val="dk1"/>
              </a:buClr>
              <a:buSzPts val="1400"/>
              <a:buChar char="○"/>
              <a:defRPr>
                <a:solidFill>
                  <a:schemeClr val="dk1"/>
                </a:solidFill>
              </a:defRPr>
            </a:lvl8pPr>
            <a:lvl9pPr lvl="8" rtl="0">
              <a:lnSpc>
                <a:spcPct val="100000"/>
              </a:lnSpc>
              <a:spcBef>
                <a:spcPts val="0"/>
              </a:spcBef>
              <a:spcAft>
                <a:spcPts val="0"/>
              </a:spcAft>
              <a:buClr>
                <a:schemeClr val="dk1"/>
              </a:buClr>
              <a:buSzPts val="1400"/>
              <a:buChar char="■"/>
              <a:defRPr>
                <a:solidFill>
                  <a:schemeClr val="dk1"/>
                </a:solidFill>
              </a:defRPr>
            </a:lvl9pPr>
          </a:lstStyle>
          <a:p>
            <a:endParaRPr/>
          </a:p>
        </p:txBody>
      </p:sp>
      <p:sp>
        <p:nvSpPr>
          <p:cNvPr id="289" name="Google Shape;289;p33"/>
          <p:cNvSpPr txBox="1">
            <a:spLocks noGrp="1"/>
          </p:cNvSpPr>
          <p:nvPr>
            <p:ph type="title" idx="3"/>
          </p:nvPr>
        </p:nvSpPr>
        <p:spPr>
          <a:xfrm>
            <a:off x="713225" y="476525"/>
            <a:ext cx="6960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290" name="Google Shape;290;p33"/>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291" name="Google Shape;291;p33"/>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ext 7">
  <p:cSld name="CUSTOM_7_1">
    <p:spTree>
      <p:nvGrpSpPr>
        <p:cNvPr id="1" name="Shape 292"/>
        <p:cNvGrpSpPr/>
        <p:nvPr/>
      </p:nvGrpSpPr>
      <p:grpSpPr>
        <a:xfrm>
          <a:off x="0" y="0"/>
          <a:ext cx="0" cy="0"/>
          <a:chOff x="0" y="0"/>
          <a:chExt cx="0" cy="0"/>
        </a:xfrm>
      </p:grpSpPr>
      <p:sp>
        <p:nvSpPr>
          <p:cNvPr id="293" name="Google Shape;293;p34"/>
          <p:cNvSpPr txBox="1">
            <a:spLocks noGrp="1"/>
          </p:cNvSpPr>
          <p:nvPr>
            <p:ph type="subTitle" idx="1"/>
          </p:nvPr>
        </p:nvSpPr>
        <p:spPr>
          <a:xfrm>
            <a:off x="1018525" y="1457300"/>
            <a:ext cx="6834600" cy="2446200"/>
          </a:xfrm>
          <a:prstGeom prst="rect">
            <a:avLst/>
          </a:prstGeom>
          <a:noFill/>
          <a:ln>
            <a:noFill/>
          </a:ln>
        </p:spPr>
        <p:txBody>
          <a:bodyPr spcFirstLastPara="1" wrap="square" lIns="91425" tIns="182875" rIns="91425" bIns="0" anchor="t" anchorCtr="0">
            <a:noAutofit/>
          </a:bodyPr>
          <a:lstStyle>
            <a:lvl1pPr lvl="0" rtl="0">
              <a:lnSpc>
                <a:spcPct val="100000"/>
              </a:lnSpc>
              <a:spcBef>
                <a:spcPts val="0"/>
              </a:spcBef>
              <a:spcAft>
                <a:spcPts val="0"/>
              </a:spcAft>
              <a:buClr>
                <a:schemeClr val="dk1"/>
              </a:buClr>
              <a:buSzPts val="1400"/>
              <a:buChar char="●"/>
              <a:defRPr sz="1300">
                <a:solidFill>
                  <a:schemeClr val="dk1"/>
                </a:solidFill>
                <a:latin typeface="Josefin Sans"/>
                <a:ea typeface="Josefin Sans"/>
                <a:cs typeface="Josefin Sans"/>
                <a:sym typeface="Josefin Sans"/>
              </a:defRPr>
            </a:lvl1pPr>
            <a:lvl2pPr lvl="1" rtl="0">
              <a:lnSpc>
                <a:spcPct val="100000"/>
              </a:lnSpc>
              <a:spcBef>
                <a:spcPts val="0"/>
              </a:spcBef>
              <a:spcAft>
                <a:spcPts val="0"/>
              </a:spcAft>
              <a:buClr>
                <a:schemeClr val="dk1"/>
              </a:buClr>
              <a:buSzPts val="1400"/>
              <a:buChar char="○"/>
              <a:defRPr>
                <a:solidFill>
                  <a:schemeClr val="dk1"/>
                </a:solidFill>
              </a:defRPr>
            </a:lvl2pPr>
            <a:lvl3pPr lvl="2" rtl="0">
              <a:lnSpc>
                <a:spcPct val="100000"/>
              </a:lnSpc>
              <a:spcBef>
                <a:spcPts val="0"/>
              </a:spcBef>
              <a:spcAft>
                <a:spcPts val="0"/>
              </a:spcAft>
              <a:buClr>
                <a:schemeClr val="dk1"/>
              </a:buClr>
              <a:buSzPts val="1400"/>
              <a:buChar char="■"/>
              <a:defRPr>
                <a:solidFill>
                  <a:schemeClr val="dk1"/>
                </a:solidFill>
              </a:defRPr>
            </a:lvl3pPr>
            <a:lvl4pPr lvl="3" rtl="0">
              <a:lnSpc>
                <a:spcPct val="100000"/>
              </a:lnSpc>
              <a:spcBef>
                <a:spcPts val="0"/>
              </a:spcBef>
              <a:spcAft>
                <a:spcPts val="0"/>
              </a:spcAft>
              <a:buClr>
                <a:schemeClr val="dk1"/>
              </a:buClr>
              <a:buSzPts val="1400"/>
              <a:buChar char="●"/>
              <a:defRPr>
                <a:solidFill>
                  <a:schemeClr val="dk1"/>
                </a:solidFill>
              </a:defRPr>
            </a:lvl4pPr>
            <a:lvl5pPr lvl="4" rtl="0">
              <a:lnSpc>
                <a:spcPct val="100000"/>
              </a:lnSpc>
              <a:spcBef>
                <a:spcPts val="0"/>
              </a:spcBef>
              <a:spcAft>
                <a:spcPts val="0"/>
              </a:spcAft>
              <a:buClr>
                <a:schemeClr val="dk1"/>
              </a:buClr>
              <a:buSzPts val="1400"/>
              <a:buChar char="○"/>
              <a:defRPr>
                <a:solidFill>
                  <a:schemeClr val="dk1"/>
                </a:solidFill>
              </a:defRPr>
            </a:lvl5pPr>
            <a:lvl6pPr lvl="5" rtl="0">
              <a:lnSpc>
                <a:spcPct val="100000"/>
              </a:lnSpc>
              <a:spcBef>
                <a:spcPts val="0"/>
              </a:spcBef>
              <a:spcAft>
                <a:spcPts val="0"/>
              </a:spcAft>
              <a:buClr>
                <a:schemeClr val="dk1"/>
              </a:buClr>
              <a:buSzPts val="1400"/>
              <a:buChar char="■"/>
              <a:defRPr>
                <a:solidFill>
                  <a:schemeClr val="dk1"/>
                </a:solidFill>
              </a:defRPr>
            </a:lvl6pPr>
            <a:lvl7pPr lvl="6" rtl="0">
              <a:lnSpc>
                <a:spcPct val="100000"/>
              </a:lnSpc>
              <a:spcBef>
                <a:spcPts val="0"/>
              </a:spcBef>
              <a:spcAft>
                <a:spcPts val="0"/>
              </a:spcAft>
              <a:buClr>
                <a:schemeClr val="dk1"/>
              </a:buClr>
              <a:buSzPts val="1400"/>
              <a:buChar char="●"/>
              <a:defRPr>
                <a:solidFill>
                  <a:schemeClr val="dk1"/>
                </a:solidFill>
              </a:defRPr>
            </a:lvl7pPr>
            <a:lvl8pPr lvl="7" rtl="0">
              <a:lnSpc>
                <a:spcPct val="100000"/>
              </a:lnSpc>
              <a:spcBef>
                <a:spcPts val="0"/>
              </a:spcBef>
              <a:spcAft>
                <a:spcPts val="0"/>
              </a:spcAft>
              <a:buClr>
                <a:schemeClr val="dk1"/>
              </a:buClr>
              <a:buSzPts val="1400"/>
              <a:buChar char="○"/>
              <a:defRPr>
                <a:solidFill>
                  <a:schemeClr val="dk1"/>
                </a:solidFill>
              </a:defRPr>
            </a:lvl8pPr>
            <a:lvl9pPr lvl="8" rtl="0">
              <a:lnSpc>
                <a:spcPct val="100000"/>
              </a:lnSpc>
              <a:spcBef>
                <a:spcPts val="0"/>
              </a:spcBef>
              <a:spcAft>
                <a:spcPts val="0"/>
              </a:spcAft>
              <a:buClr>
                <a:schemeClr val="dk1"/>
              </a:buClr>
              <a:buSzPts val="1400"/>
              <a:buChar char="■"/>
              <a:defRPr>
                <a:solidFill>
                  <a:schemeClr val="dk1"/>
                </a:solidFill>
              </a:defRPr>
            </a:lvl9pPr>
          </a:lstStyle>
          <a:p>
            <a:endParaRPr/>
          </a:p>
        </p:txBody>
      </p:sp>
      <p:sp>
        <p:nvSpPr>
          <p:cNvPr id="294" name="Google Shape;294;p34"/>
          <p:cNvSpPr txBox="1">
            <a:spLocks noGrp="1"/>
          </p:cNvSpPr>
          <p:nvPr>
            <p:ph type="title"/>
          </p:nvPr>
        </p:nvSpPr>
        <p:spPr>
          <a:xfrm>
            <a:off x="713225" y="476525"/>
            <a:ext cx="6960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Josefin Sans"/>
              <a:buNone/>
              <a:defRPr b="1">
                <a:latin typeface="Josefin Sans"/>
                <a:ea typeface="Josefin Sans"/>
                <a:cs typeface="Josefin Sans"/>
                <a:sym typeface="Josefin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295" name="Google Shape;295;p34"/>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
        <p:nvSpPr>
          <p:cNvPr id="296" name="Google Shape;296;p34"/>
          <p:cNvSpPr txBox="1"/>
          <p:nvPr/>
        </p:nvSpPr>
        <p:spPr>
          <a:xfrm>
            <a:off x="8439900" y="4609950"/>
            <a:ext cx="5853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100" b="1">
                <a:solidFill>
                  <a:schemeClr val="accent1"/>
                </a:solidFill>
                <a:latin typeface="Josefin Sans"/>
                <a:ea typeface="Josefin Sans"/>
                <a:cs typeface="Josefin Sans"/>
                <a:sym typeface="Josefin Sans"/>
              </a:rPr>
              <a:t>‹#›</a:t>
            </a:fld>
            <a:endParaRPr sz="1100" b="1">
              <a:solidFill>
                <a:schemeClr val="accent1"/>
              </a:solidFill>
              <a:latin typeface="Josefin Sans"/>
              <a:ea typeface="Josefin Sans"/>
              <a:cs typeface="Josefin Sans"/>
              <a:sym typeface="Josefin San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hanks">
  <p:cSld name="CUSTOM_4">
    <p:spTree>
      <p:nvGrpSpPr>
        <p:cNvPr id="1" name="Shape 297"/>
        <p:cNvGrpSpPr/>
        <p:nvPr/>
      </p:nvGrpSpPr>
      <p:grpSpPr>
        <a:xfrm>
          <a:off x="0" y="0"/>
          <a:ext cx="0" cy="0"/>
          <a:chOff x="0" y="0"/>
          <a:chExt cx="0" cy="0"/>
        </a:xfrm>
      </p:grpSpPr>
      <p:sp>
        <p:nvSpPr>
          <p:cNvPr id="298" name="Google Shape;298;p35"/>
          <p:cNvSpPr txBox="1">
            <a:spLocks noGrp="1"/>
          </p:cNvSpPr>
          <p:nvPr>
            <p:ph type="ctrTitle"/>
          </p:nvPr>
        </p:nvSpPr>
        <p:spPr>
          <a:xfrm>
            <a:off x="713225" y="1157263"/>
            <a:ext cx="5414400" cy="705300"/>
          </a:xfrm>
          <a:prstGeom prst="rect">
            <a:avLst/>
          </a:prstGeom>
        </p:spPr>
        <p:txBody>
          <a:bodyPr spcFirstLastPara="1" wrap="square" lIns="91425" tIns="79200" rIns="91425" bIns="91425" anchor="b" anchorCtr="0">
            <a:noAutofit/>
          </a:bodyPr>
          <a:lstStyle>
            <a:lvl1pPr lvl="0" rtl="0">
              <a:spcBef>
                <a:spcPts val="0"/>
              </a:spcBef>
              <a:spcAft>
                <a:spcPts val="0"/>
              </a:spcAft>
              <a:buSzPts val="5200"/>
              <a:buNone/>
              <a:defRPr sz="52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299" name="Google Shape;299;p35"/>
          <p:cNvSpPr txBox="1">
            <a:spLocks noGrp="1"/>
          </p:cNvSpPr>
          <p:nvPr>
            <p:ph type="subTitle" idx="1"/>
          </p:nvPr>
        </p:nvSpPr>
        <p:spPr>
          <a:xfrm>
            <a:off x="719750" y="2053877"/>
            <a:ext cx="3309300" cy="12738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2"/>
              </a:buClr>
              <a:buSzPts val="2800"/>
              <a:buNone/>
              <a:defRPr sz="1600">
                <a:solidFill>
                  <a:schemeClr val="dk2"/>
                </a:solidFill>
                <a:latin typeface="Josefin Sans"/>
                <a:ea typeface="Josefin Sans"/>
                <a:cs typeface="Josefin Sans"/>
                <a:sym typeface="Josefin Sans"/>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300" name="Google Shape;300;p35"/>
          <p:cNvSpPr txBox="1"/>
          <p:nvPr/>
        </p:nvSpPr>
        <p:spPr>
          <a:xfrm>
            <a:off x="720025" y="3799875"/>
            <a:ext cx="2473500" cy="4608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a:solidFill>
                  <a:schemeClr val="dk2"/>
                </a:solidFill>
                <a:latin typeface="Josefin Sans Light"/>
                <a:ea typeface="Josefin Sans Light"/>
                <a:cs typeface="Josefin Sans Light"/>
                <a:sym typeface="Josefin Sans Light"/>
              </a:rPr>
              <a:t>CREDITS: This presentation template was created by </a:t>
            </a:r>
            <a:r>
              <a:rPr lang="en" sz="1000" b="1">
                <a:solidFill>
                  <a:schemeClr val="dk2"/>
                </a:solidFill>
                <a:uFill>
                  <a:noFill/>
                </a:uFill>
                <a:latin typeface="Josefin Sans"/>
                <a:ea typeface="Josefin Sans"/>
                <a:cs typeface="Josefin Sans"/>
                <a:sym typeface="Josefin Sans"/>
                <a:hlinkClick r:id="rId2">
                  <a:extLst>
                    <a:ext uri="{A12FA001-AC4F-418D-AE19-62706E023703}">
                      <ahyp:hlinkClr xmlns:ahyp="http://schemas.microsoft.com/office/drawing/2018/hyperlinkcolor" val="tx"/>
                    </a:ext>
                  </a:extLst>
                </a:hlinkClick>
              </a:rPr>
              <a:t>Slidesgo</a:t>
            </a:r>
            <a:r>
              <a:rPr lang="en" sz="1000">
                <a:solidFill>
                  <a:schemeClr val="dk2"/>
                </a:solidFill>
                <a:latin typeface="Josefin Sans Light"/>
                <a:ea typeface="Josefin Sans Light"/>
                <a:cs typeface="Josefin Sans Light"/>
                <a:sym typeface="Josefin Sans Light"/>
              </a:rPr>
              <a:t>, including icons by </a:t>
            </a:r>
            <a:r>
              <a:rPr lang="en" sz="1000" b="1">
                <a:solidFill>
                  <a:schemeClr val="dk2"/>
                </a:solidFill>
                <a:uFill>
                  <a:noFill/>
                </a:uFill>
                <a:latin typeface="Josefin Sans"/>
                <a:ea typeface="Josefin Sans"/>
                <a:cs typeface="Josefin Sans"/>
                <a:sym typeface="Josefin Sans"/>
                <a:hlinkClick r:id="rId3">
                  <a:extLst>
                    <a:ext uri="{A12FA001-AC4F-418D-AE19-62706E023703}">
                      <ahyp:hlinkClr xmlns:ahyp="http://schemas.microsoft.com/office/drawing/2018/hyperlinkcolor" val="tx"/>
                    </a:ext>
                  </a:extLst>
                </a:hlinkClick>
              </a:rPr>
              <a:t>Flaticon</a:t>
            </a:r>
            <a:r>
              <a:rPr lang="en" sz="1000">
                <a:solidFill>
                  <a:schemeClr val="dk2"/>
                </a:solidFill>
                <a:latin typeface="Josefin Sans Light"/>
                <a:ea typeface="Josefin Sans Light"/>
                <a:cs typeface="Josefin Sans Light"/>
                <a:sym typeface="Josefin Sans Light"/>
              </a:rPr>
              <a:t>, and infographics &amp; images by </a:t>
            </a:r>
            <a:r>
              <a:rPr lang="en" sz="1000" b="1">
                <a:solidFill>
                  <a:schemeClr val="dk2"/>
                </a:solidFill>
                <a:uFill>
                  <a:noFill/>
                </a:uFill>
                <a:latin typeface="Josefin Sans"/>
                <a:ea typeface="Josefin Sans"/>
                <a:cs typeface="Josefin Sans"/>
                <a:sym typeface="Josefin Sans"/>
                <a:hlinkClick r:id="rId4">
                  <a:extLst>
                    <a:ext uri="{A12FA001-AC4F-418D-AE19-62706E023703}">
                      <ahyp:hlinkClr xmlns:ahyp="http://schemas.microsoft.com/office/drawing/2018/hyperlinkcolor" val="tx"/>
                    </a:ext>
                  </a:extLst>
                </a:hlinkClick>
              </a:rPr>
              <a:t>Freepik</a:t>
            </a:r>
            <a:r>
              <a:rPr lang="en" sz="1000">
                <a:solidFill>
                  <a:schemeClr val="dk2"/>
                </a:solidFill>
                <a:latin typeface="Josefin Sans Light"/>
                <a:ea typeface="Josefin Sans Light"/>
                <a:cs typeface="Josefin Sans Light"/>
                <a:sym typeface="Josefin Sans Light"/>
              </a:rPr>
              <a:t>. </a:t>
            </a:r>
            <a:endParaRPr sz="1000">
              <a:solidFill>
                <a:schemeClr val="dk2"/>
              </a:solidFill>
              <a:latin typeface="Josefin Sans Light"/>
              <a:ea typeface="Josefin Sans Light"/>
              <a:cs typeface="Josefin Sans Light"/>
              <a:sym typeface="Josefin Sans Light"/>
            </a:endParaRPr>
          </a:p>
        </p:txBody>
      </p:sp>
      <p:cxnSp>
        <p:nvCxnSpPr>
          <p:cNvPr id="301" name="Google Shape;301;p35"/>
          <p:cNvCxnSpPr/>
          <p:nvPr/>
        </p:nvCxnSpPr>
        <p:spPr>
          <a:xfrm>
            <a:off x="542275" y="758250"/>
            <a:ext cx="0" cy="2970900"/>
          </a:xfrm>
          <a:prstGeom prst="straightConnector1">
            <a:avLst/>
          </a:prstGeom>
          <a:noFill/>
          <a:ln w="114300" cap="flat" cmpd="sng">
            <a:solidFill>
              <a:schemeClr val="accent1"/>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302"/>
        <p:cNvGrpSpPr/>
        <p:nvPr/>
      </p:nvGrpSpPr>
      <p:grpSpPr>
        <a:xfrm>
          <a:off x="0" y="0"/>
          <a:ext cx="0" cy="0"/>
          <a:chOff x="0" y="0"/>
          <a:chExt cx="0" cy="0"/>
        </a:xfrm>
      </p:grpSpPr>
      <p:sp>
        <p:nvSpPr>
          <p:cNvPr id="303" name="Google Shape;303;p36"/>
          <p:cNvSpPr/>
          <p:nvPr/>
        </p:nvSpPr>
        <p:spPr>
          <a:xfrm>
            <a:off x="6481100" y="-39600"/>
            <a:ext cx="2701200" cy="25374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D0000"/>
              </a:solidFill>
            </a:endParaRPr>
          </a:p>
        </p:txBody>
      </p:sp>
      <p:cxnSp>
        <p:nvCxnSpPr>
          <p:cNvPr id="304" name="Google Shape;304;p36"/>
          <p:cNvCxnSpPr/>
          <p:nvPr/>
        </p:nvCxnSpPr>
        <p:spPr>
          <a:xfrm>
            <a:off x="525225" y="441500"/>
            <a:ext cx="0" cy="2710500"/>
          </a:xfrm>
          <a:prstGeom prst="straightConnector1">
            <a:avLst/>
          </a:prstGeom>
          <a:noFill/>
          <a:ln w="76200" cap="flat" cmpd="sng">
            <a:solidFill>
              <a:schemeClr val="accent1"/>
            </a:solidFill>
            <a:prstDash val="solid"/>
            <a:round/>
            <a:headEnd type="none" w="med" len="med"/>
            <a:tailEnd type="none" w="med" len="med"/>
          </a:ln>
        </p:spPr>
      </p:cxnSp>
      <p:cxnSp>
        <p:nvCxnSpPr>
          <p:cNvPr id="305" name="Google Shape;305;p36"/>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306"/>
        <p:cNvGrpSpPr/>
        <p:nvPr/>
      </p:nvGrpSpPr>
      <p:grpSpPr>
        <a:xfrm>
          <a:off x="0" y="0"/>
          <a:ext cx="0" cy="0"/>
          <a:chOff x="0" y="0"/>
          <a:chExt cx="0" cy="0"/>
        </a:xfrm>
      </p:grpSpPr>
      <p:sp>
        <p:nvSpPr>
          <p:cNvPr id="307" name="Google Shape;307;p37"/>
          <p:cNvSpPr/>
          <p:nvPr/>
        </p:nvSpPr>
        <p:spPr>
          <a:xfrm>
            <a:off x="-159275" y="1563300"/>
            <a:ext cx="1591500" cy="39621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D0000"/>
              </a:solidFill>
            </a:endParaRPr>
          </a:p>
        </p:txBody>
      </p:sp>
      <p:cxnSp>
        <p:nvCxnSpPr>
          <p:cNvPr id="308" name="Google Shape;308;p37"/>
          <p:cNvCxnSpPr/>
          <p:nvPr/>
        </p:nvCxnSpPr>
        <p:spPr>
          <a:xfrm rot="10800000">
            <a:off x="986725" y="1327650"/>
            <a:ext cx="445500" cy="0"/>
          </a:xfrm>
          <a:prstGeom prst="straightConnector1">
            <a:avLst/>
          </a:prstGeom>
          <a:noFill/>
          <a:ln w="76200" cap="flat" cmpd="sng">
            <a:solidFill>
              <a:schemeClr val="accent1"/>
            </a:solidFill>
            <a:prstDash val="solid"/>
            <a:round/>
            <a:headEnd type="none" w="med" len="med"/>
            <a:tailEnd type="none" w="med" len="med"/>
          </a:ln>
        </p:spPr>
      </p:cxnSp>
      <p:cxnSp>
        <p:nvCxnSpPr>
          <p:cNvPr id="309" name="Google Shape;309;p37"/>
          <p:cNvCxnSpPr/>
          <p:nvPr/>
        </p:nvCxnSpPr>
        <p:spPr>
          <a:xfrm>
            <a:off x="6481100" y="4609950"/>
            <a:ext cx="25440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79200" rIns="91425" bIns="91425" anchor="t" anchorCtr="0">
            <a:noAutofit/>
          </a:bodyPr>
          <a:lstStyle>
            <a:lvl1pPr lvl="0" rtl="0">
              <a:spcBef>
                <a:spcPts val="0"/>
              </a:spcBef>
              <a:spcAft>
                <a:spcPts val="0"/>
              </a:spcAft>
              <a:buClr>
                <a:schemeClr val="dk1"/>
              </a:buClr>
              <a:buSzPts val="2800"/>
              <a:buFont typeface="Josefin Sans"/>
              <a:buNone/>
              <a:defRPr sz="2800" b="1">
                <a:solidFill>
                  <a:schemeClr val="dk1"/>
                </a:solidFill>
                <a:latin typeface="Josefin Sans"/>
                <a:ea typeface="Josefin Sans"/>
                <a:cs typeface="Josefin Sans"/>
                <a:sym typeface="Josefi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84225" y="1159350"/>
            <a:ext cx="8520600" cy="3416400"/>
          </a:xfrm>
          <a:prstGeom prst="rect">
            <a:avLst/>
          </a:prstGeom>
          <a:noFill/>
          <a:ln>
            <a:noFill/>
          </a:ln>
        </p:spPr>
        <p:txBody>
          <a:bodyPr spcFirstLastPara="1" wrap="square" lIns="91425" tIns="0" rIns="91425" bIns="182875" anchor="t" anchorCtr="0">
            <a:noAutofit/>
          </a:bodyPr>
          <a:lstStyle>
            <a:lvl1pPr marL="457200" lvl="0" indent="-342900" rtl="0">
              <a:lnSpc>
                <a:spcPct val="100000"/>
              </a:lnSpc>
              <a:spcBef>
                <a:spcPts val="0"/>
              </a:spcBef>
              <a:spcAft>
                <a:spcPts val="0"/>
              </a:spcAft>
              <a:buClr>
                <a:schemeClr val="dk1"/>
              </a:buClr>
              <a:buSzPts val="1800"/>
              <a:buFont typeface="Josefin Sans Medium"/>
              <a:buChar char="●"/>
              <a:defRPr sz="1800">
                <a:solidFill>
                  <a:schemeClr val="dk1"/>
                </a:solidFill>
                <a:latin typeface="Josefin Sans Medium"/>
                <a:ea typeface="Josefin Sans Medium"/>
                <a:cs typeface="Josefin Sans Medium"/>
                <a:sym typeface="Josefin Sans Medium"/>
              </a:defRPr>
            </a:lvl1pPr>
            <a:lvl2pPr marL="914400" lvl="1" indent="-317500" rtl="0">
              <a:lnSpc>
                <a:spcPct val="100000"/>
              </a:lnSpc>
              <a:spcBef>
                <a:spcPts val="0"/>
              </a:spcBef>
              <a:spcAft>
                <a:spcPts val="0"/>
              </a:spcAft>
              <a:buClr>
                <a:schemeClr val="dk1"/>
              </a:buClr>
              <a:buSzPts val="1400"/>
              <a:buFont typeface="Josefin Sans"/>
              <a:buChar char="○"/>
              <a:defRPr>
                <a:solidFill>
                  <a:schemeClr val="dk1"/>
                </a:solidFill>
                <a:latin typeface="Josefin Sans"/>
                <a:ea typeface="Josefin Sans"/>
                <a:cs typeface="Josefin Sans"/>
                <a:sym typeface="Josefin Sans"/>
              </a:defRPr>
            </a:lvl2pPr>
            <a:lvl3pPr marL="1371600" lvl="2" indent="-317500" rtl="0">
              <a:lnSpc>
                <a:spcPct val="100000"/>
              </a:lnSpc>
              <a:spcBef>
                <a:spcPts val="0"/>
              </a:spcBef>
              <a:spcAft>
                <a:spcPts val="0"/>
              </a:spcAft>
              <a:buClr>
                <a:schemeClr val="dk1"/>
              </a:buClr>
              <a:buSzPts val="1400"/>
              <a:buFont typeface="Josefin Sans Light"/>
              <a:buChar char="■"/>
              <a:defRPr>
                <a:solidFill>
                  <a:schemeClr val="dk1"/>
                </a:solidFill>
                <a:latin typeface="Josefin Sans Light"/>
                <a:ea typeface="Josefin Sans Light"/>
                <a:cs typeface="Josefin Sans Light"/>
                <a:sym typeface="Josefin Sans Light"/>
              </a:defRPr>
            </a:lvl3pPr>
            <a:lvl4pPr marL="1828800" lvl="3" indent="-317500" rtl="0">
              <a:lnSpc>
                <a:spcPct val="100000"/>
              </a:lnSpc>
              <a:spcBef>
                <a:spcPts val="0"/>
              </a:spcBef>
              <a:spcAft>
                <a:spcPts val="0"/>
              </a:spcAft>
              <a:buClr>
                <a:schemeClr val="dk1"/>
              </a:buClr>
              <a:buSzPts val="1400"/>
              <a:buFont typeface="Josefin Sans ExtraLight"/>
              <a:buChar char="●"/>
              <a:defRPr>
                <a:solidFill>
                  <a:schemeClr val="dk1"/>
                </a:solidFill>
                <a:latin typeface="Josefin Sans ExtraLight"/>
                <a:ea typeface="Josefin Sans ExtraLight"/>
                <a:cs typeface="Josefin Sans ExtraLight"/>
                <a:sym typeface="Josefin Sans ExtraLight"/>
              </a:defRPr>
            </a:lvl4pPr>
            <a:lvl5pPr marL="2286000" lvl="4" indent="-311150" rtl="0">
              <a:lnSpc>
                <a:spcPct val="100000"/>
              </a:lnSpc>
              <a:spcBef>
                <a:spcPts val="0"/>
              </a:spcBef>
              <a:spcAft>
                <a:spcPts val="0"/>
              </a:spcAft>
              <a:buClr>
                <a:schemeClr val="dk1"/>
              </a:buClr>
              <a:buSzPts val="1300"/>
              <a:buFont typeface="Josefin Sans ExtraLight"/>
              <a:buChar char="○"/>
              <a:defRPr sz="1300">
                <a:solidFill>
                  <a:schemeClr val="dk1"/>
                </a:solidFill>
                <a:latin typeface="Josefin Sans ExtraLight"/>
                <a:ea typeface="Josefin Sans ExtraLight"/>
                <a:cs typeface="Josefin Sans ExtraLight"/>
                <a:sym typeface="Josefin Sans ExtraLight"/>
              </a:defRPr>
            </a:lvl5pPr>
            <a:lvl6pPr marL="2743200" lvl="5" indent="-304800" rtl="0">
              <a:lnSpc>
                <a:spcPct val="100000"/>
              </a:lnSpc>
              <a:spcBef>
                <a:spcPts val="0"/>
              </a:spcBef>
              <a:spcAft>
                <a:spcPts val="0"/>
              </a:spcAft>
              <a:buClr>
                <a:schemeClr val="dk1"/>
              </a:buClr>
              <a:buSzPts val="1200"/>
              <a:buFont typeface="Josefin Sans ExtraLight"/>
              <a:buChar char="■"/>
              <a:defRPr sz="1200">
                <a:solidFill>
                  <a:schemeClr val="dk1"/>
                </a:solidFill>
                <a:latin typeface="Josefin Sans ExtraLight"/>
                <a:ea typeface="Josefin Sans ExtraLight"/>
                <a:cs typeface="Josefin Sans ExtraLight"/>
                <a:sym typeface="Josefin Sans ExtraLight"/>
              </a:defRPr>
            </a:lvl6pPr>
            <a:lvl7pPr marL="3200400" lvl="6" indent="-304800" rtl="0">
              <a:lnSpc>
                <a:spcPct val="100000"/>
              </a:lnSpc>
              <a:spcBef>
                <a:spcPts val="0"/>
              </a:spcBef>
              <a:spcAft>
                <a:spcPts val="0"/>
              </a:spcAft>
              <a:buClr>
                <a:schemeClr val="dk1"/>
              </a:buClr>
              <a:buSzPts val="1200"/>
              <a:buFont typeface="Josefin Sans ExtraLight"/>
              <a:buChar char="●"/>
              <a:defRPr sz="1200">
                <a:solidFill>
                  <a:schemeClr val="dk1"/>
                </a:solidFill>
                <a:latin typeface="Josefin Sans ExtraLight"/>
                <a:ea typeface="Josefin Sans ExtraLight"/>
                <a:cs typeface="Josefin Sans ExtraLight"/>
                <a:sym typeface="Josefin Sans ExtraLight"/>
              </a:defRPr>
            </a:lvl7pPr>
            <a:lvl8pPr marL="3657600" lvl="7" indent="-304800" rtl="0">
              <a:lnSpc>
                <a:spcPct val="100000"/>
              </a:lnSpc>
              <a:spcBef>
                <a:spcPts val="0"/>
              </a:spcBef>
              <a:spcAft>
                <a:spcPts val="0"/>
              </a:spcAft>
              <a:buClr>
                <a:schemeClr val="dk1"/>
              </a:buClr>
              <a:buSzPts val="1200"/>
              <a:buFont typeface="Josefin Sans ExtraLight"/>
              <a:buChar char="○"/>
              <a:defRPr sz="1200">
                <a:solidFill>
                  <a:schemeClr val="dk1"/>
                </a:solidFill>
                <a:latin typeface="Josefin Sans ExtraLight"/>
                <a:ea typeface="Josefin Sans ExtraLight"/>
                <a:cs typeface="Josefin Sans ExtraLight"/>
                <a:sym typeface="Josefin Sans ExtraLight"/>
              </a:defRPr>
            </a:lvl8pPr>
            <a:lvl9pPr marL="4114800" lvl="8" indent="-304800" rtl="0">
              <a:lnSpc>
                <a:spcPct val="100000"/>
              </a:lnSpc>
              <a:spcBef>
                <a:spcPts val="0"/>
              </a:spcBef>
              <a:spcAft>
                <a:spcPts val="0"/>
              </a:spcAft>
              <a:buClr>
                <a:schemeClr val="dk1"/>
              </a:buClr>
              <a:buSzPts val="1200"/>
              <a:buFont typeface="Josefin Sans ExtraLight"/>
              <a:buChar char="■"/>
              <a:defRPr sz="1200">
                <a:solidFill>
                  <a:schemeClr val="dk1"/>
                </a:solidFill>
                <a:latin typeface="Josefin Sans ExtraLight"/>
                <a:ea typeface="Josefin Sans ExtraLight"/>
                <a:cs typeface="Josefin Sans ExtraLight"/>
                <a:sym typeface="Josefin Sans Extra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3"/>
        <p:cNvGrpSpPr/>
        <p:nvPr/>
      </p:nvGrpSpPr>
      <p:grpSpPr>
        <a:xfrm>
          <a:off x="0" y="0"/>
          <a:ext cx="0" cy="0"/>
          <a:chOff x="0" y="0"/>
          <a:chExt cx="0" cy="0"/>
        </a:xfrm>
      </p:grpSpPr>
      <p:sp>
        <p:nvSpPr>
          <p:cNvPr id="314" name="Google Shape;314;p38"/>
          <p:cNvSpPr txBox="1">
            <a:spLocks noGrp="1"/>
          </p:cNvSpPr>
          <p:nvPr>
            <p:ph type="ctrTitle"/>
          </p:nvPr>
        </p:nvSpPr>
        <p:spPr>
          <a:xfrm>
            <a:off x="894500" y="588600"/>
            <a:ext cx="5392800" cy="1983300"/>
          </a:xfrm>
          <a:prstGeom prst="rect">
            <a:avLst/>
          </a:prstGeom>
        </p:spPr>
        <p:txBody>
          <a:bodyPr spcFirstLastPara="1" wrap="square" lIns="91425" tIns="201150" rIns="91425" bIns="91425" anchor="t" anchorCtr="0">
            <a:noAutofit/>
          </a:bodyPr>
          <a:lstStyle/>
          <a:p>
            <a:pPr marL="0" lvl="0" indent="0" algn="l" rtl="0">
              <a:spcBef>
                <a:spcPts val="0"/>
              </a:spcBef>
              <a:spcAft>
                <a:spcPts val="0"/>
              </a:spcAft>
              <a:buNone/>
            </a:pPr>
            <a:r>
              <a:rPr lang="en"/>
              <a:t>Home </a:t>
            </a:r>
            <a:r>
              <a:rPr lang="en" sz="4900"/>
              <a:t>Credit Default Risk Analysis</a:t>
            </a:r>
            <a:r>
              <a:rPr lang="en"/>
              <a:t> </a:t>
            </a:r>
            <a:endParaRPr/>
          </a:p>
        </p:txBody>
      </p:sp>
      <p:sp>
        <p:nvSpPr>
          <p:cNvPr id="315" name="Google Shape;315;p38"/>
          <p:cNvSpPr txBox="1">
            <a:spLocks noGrp="1"/>
          </p:cNvSpPr>
          <p:nvPr>
            <p:ph type="subTitle" idx="1"/>
          </p:nvPr>
        </p:nvSpPr>
        <p:spPr>
          <a:xfrm>
            <a:off x="894500" y="3032725"/>
            <a:ext cx="3335700" cy="79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Jenna Chan</a:t>
            </a:r>
            <a:endParaRPr dirty="0"/>
          </a:p>
        </p:txBody>
      </p:sp>
      <p:pic>
        <p:nvPicPr>
          <p:cNvPr id="316" name="Google Shape;316;p38"/>
          <p:cNvPicPr preferRelativeResize="0"/>
          <p:nvPr/>
        </p:nvPicPr>
        <p:blipFill>
          <a:blip r:embed="rId4">
            <a:alphaModFix/>
          </a:blip>
          <a:stretch>
            <a:fillRect/>
          </a:stretch>
        </p:blipFill>
        <p:spPr>
          <a:xfrm>
            <a:off x="6485830" y="3421975"/>
            <a:ext cx="2593296" cy="1102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9"/>
          <p:cNvSpPr txBox="1">
            <a:spLocks noGrp="1"/>
          </p:cNvSpPr>
          <p:nvPr>
            <p:ph type="subTitle" idx="1"/>
          </p:nvPr>
        </p:nvSpPr>
        <p:spPr>
          <a:xfrm>
            <a:off x="757950" y="2041125"/>
            <a:ext cx="7628100" cy="1926900"/>
          </a:xfrm>
          <a:prstGeom prst="rect">
            <a:avLst/>
          </a:prstGeom>
        </p:spPr>
        <p:txBody>
          <a:bodyPr spcFirstLastPara="1" wrap="square" lIns="91425" tIns="0" rIns="91425" bIns="91425" anchor="t" anchorCtr="0">
            <a:noAutofit/>
          </a:bodyPr>
          <a:lstStyle/>
          <a:p>
            <a:pPr marL="457200" lvl="0" indent="-330200" algn="l" rtl="0">
              <a:spcBef>
                <a:spcPts val="0"/>
              </a:spcBef>
              <a:spcAft>
                <a:spcPts val="0"/>
              </a:spcAft>
              <a:buSzPts val="1600"/>
              <a:buChar char="●"/>
            </a:pPr>
            <a:r>
              <a:rPr lang="en" sz="1800"/>
              <a:t>Home Credit Default Risk dataset </a:t>
            </a:r>
            <a:endParaRPr sz="1800"/>
          </a:p>
          <a:p>
            <a:pPr marL="914400" lvl="1" indent="-323850" algn="l" rtl="0">
              <a:spcBef>
                <a:spcPts val="0"/>
              </a:spcBef>
              <a:spcAft>
                <a:spcPts val="0"/>
              </a:spcAft>
              <a:buSzPts val="1500"/>
              <a:buFont typeface="Josefin Sans Light"/>
              <a:buChar char="○"/>
            </a:pPr>
            <a:r>
              <a:rPr lang="en" sz="1700">
                <a:latin typeface="Josefin Sans"/>
                <a:ea typeface="Josefin Sans"/>
                <a:cs typeface="Josefin Sans"/>
                <a:sym typeface="Josefin Sans"/>
              </a:rPr>
              <a:t>over 300 features </a:t>
            </a:r>
            <a:endParaRPr sz="1700">
              <a:latin typeface="Josefin Sans"/>
              <a:ea typeface="Josefin Sans"/>
              <a:cs typeface="Josefin Sans"/>
              <a:sym typeface="Josefin Sans"/>
            </a:endParaRPr>
          </a:p>
          <a:p>
            <a:pPr marL="914400" lvl="1" indent="-323850" algn="l" rtl="0">
              <a:spcBef>
                <a:spcPts val="0"/>
              </a:spcBef>
              <a:spcAft>
                <a:spcPts val="0"/>
              </a:spcAft>
              <a:buSzPts val="1500"/>
              <a:buFont typeface="Josefin Sans Light"/>
              <a:buChar char="○"/>
            </a:pPr>
            <a:r>
              <a:rPr lang="en" sz="1700">
                <a:latin typeface="Josefin Sans"/>
                <a:ea typeface="Josefin Sans"/>
                <a:cs typeface="Josefin Sans"/>
                <a:sym typeface="Josefin Sans"/>
              </a:rPr>
              <a:t>demographic &amp; financial information </a:t>
            </a:r>
            <a:endParaRPr sz="1700">
              <a:latin typeface="Josefin Sans"/>
              <a:ea typeface="Josefin Sans"/>
              <a:cs typeface="Josefin Sans"/>
              <a:sym typeface="Josefin Sans"/>
            </a:endParaRPr>
          </a:p>
          <a:p>
            <a:pPr marL="914400" lvl="1" indent="-323850" algn="l" rtl="0">
              <a:spcBef>
                <a:spcPts val="0"/>
              </a:spcBef>
              <a:spcAft>
                <a:spcPts val="0"/>
              </a:spcAft>
              <a:buSzPts val="1500"/>
              <a:buFont typeface="Josefin Sans Light"/>
              <a:buChar char="○"/>
            </a:pPr>
            <a:r>
              <a:rPr lang="en" sz="1700">
                <a:latin typeface="Josefin Sans"/>
                <a:ea typeface="Josefin Sans"/>
                <a:cs typeface="Josefin Sans"/>
                <a:sym typeface="Josefin Sans"/>
              </a:rPr>
              <a:t>applicants’ prior loans &amp; payment histories</a:t>
            </a:r>
            <a:endParaRPr sz="1700">
              <a:latin typeface="Josefin Sans"/>
              <a:ea typeface="Josefin Sans"/>
              <a:cs typeface="Josefin Sans"/>
              <a:sym typeface="Josefin Sans"/>
            </a:endParaRPr>
          </a:p>
          <a:p>
            <a:pPr marL="914400" lvl="1" indent="-323850" algn="l" rtl="0">
              <a:spcBef>
                <a:spcPts val="0"/>
              </a:spcBef>
              <a:spcAft>
                <a:spcPts val="0"/>
              </a:spcAft>
              <a:buSzPts val="1500"/>
              <a:buFont typeface="Josefin Sans"/>
              <a:buChar char="○"/>
            </a:pPr>
            <a:r>
              <a:rPr lang="en" sz="1700">
                <a:latin typeface="Josefin Sans"/>
                <a:ea typeface="Josefin Sans"/>
                <a:cs typeface="Josefin Sans"/>
                <a:sym typeface="Josefin Sans"/>
              </a:rPr>
              <a:t>credit card balances</a:t>
            </a:r>
            <a:endParaRPr sz="1700">
              <a:latin typeface="Josefin Sans"/>
              <a:ea typeface="Josefin Sans"/>
              <a:cs typeface="Josefin Sans"/>
              <a:sym typeface="Josefin Sans"/>
            </a:endParaRPr>
          </a:p>
          <a:p>
            <a:pPr marL="914400" lvl="1" indent="-323850" algn="l" rtl="0">
              <a:spcBef>
                <a:spcPts val="0"/>
              </a:spcBef>
              <a:spcAft>
                <a:spcPts val="0"/>
              </a:spcAft>
              <a:buSzPts val="1500"/>
              <a:buFont typeface="Josefin Sans"/>
              <a:buChar char="○"/>
            </a:pPr>
            <a:r>
              <a:rPr lang="en" sz="1700">
                <a:latin typeface="Josefin Sans"/>
                <a:ea typeface="Josefin Sans"/>
                <a:cs typeface="Josefin Sans"/>
                <a:sym typeface="Josefin Sans"/>
              </a:rPr>
              <a:t>installment payments</a:t>
            </a:r>
            <a:endParaRPr sz="1700">
              <a:latin typeface="Josefin Sans"/>
              <a:ea typeface="Josefin Sans"/>
              <a:cs typeface="Josefin Sans"/>
              <a:sym typeface="Josefin Sans"/>
            </a:endParaRPr>
          </a:p>
          <a:p>
            <a:pPr marL="914400" lvl="1" indent="-323850" algn="l" rtl="0">
              <a:spcBef>
                <a:spcPts val="0"/>
              </a:spcBef>
              <a:spcAft>
                <a:spcPts val="0"/>
              </a:spcAft>
              <a:buSzPts val="1500"/>
              <a:buFont typeface="Josefin Sans"/>
              <a:buChar char="○"/>
            </a:pPr>
            <a:r>
              <a:rPr lang="en" sz="1700">
                <a:latin typeface="Josefin Sans"/>
                <a:ea typeface="Josefin Sans"/>
                <a:cs typeface="Josefin Sans"/>
                <a:sym typeface="Josefin Sans"/>
              </a:rPr>
              <a:t>month cash &amp; debt details</a:t>
            </a:r>
            <a:endParaRPr sz="1700">
              <a:latin typeface="Josefin Sans"/>
              <a:ea typeface="Josefin Sans"/>
              <a:cs typeface="Josefin Sans"/>
              <a:sym typeface="Josefin Sans"/>
            </a:endParaRPr>
          </a:p>
        </p:txBody>
      </p:sp>
      <p:sp>
        <p:nvSpPr>
          <p:cNvPr id="322" name="Google Shape;322;p39"/>
          <p:cNvSpPr txBox="1">
            <a:spLocks noGrp="1"/>
          </p:cNvSpPr>
          <p:nvPr>
            <p:ph type="title"/>
          </p:nvPr>
        </p:nvSpPr>
        <p:spPr>
          <a:xfrm>
            <a:off x="1470900" y="476534"/>
            <a:ext cx="6202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Goal &amp; Home Credit Data</a:t>
            </a:r>
            <a:endParaRPr/>
          </a:p>
        </p:txBody>
      </p:sp>
      <p:sp>
        <p:nvSpPr>
          <p:cNvPr id="323" name="Google Shape;323;p39"/>
          <p:cNvSpPr txBox="1"/>
          <p:nvPr/>
        </p:nvSpPr>
        <p:spPr>
          <a:xfrm>
            <a:off x="1243200" y="1167400"/>
            <a:ext cx="6304500" cy="6771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chemeClr val="dk1"/>
                </a:solidFill>
                <a:latin typeface="Josefin Sans"/>
                <a:ea typeface="Josefin Sans"/>
                <a:cs typeface="Josefin Sans"/>
                <a:sym typeface="Josefin Sans"/>
              </a:rPr>
              <a:t>Goal</a:t>
            </a:r>
            <a:r>
              <a:rPr lang="en" sz="1600">
                <a:solidFill>
                  <a:schemeClr val="dk1"/>
                </a:solidFill>
                <a:latin typeface="Josefin Sans"/>
                <a:ea typeface="Josefin Sans"/>
                <a:cs typeface="Josefin Sans"/>
                <a:sym typeface="Josefin Sans"/>
              </a:rPr>
              <a:t>: Predict applicants' likelihood of defaulting on a loan using demographic, financial, and social Home Credit data  </a:t>
            </a:r>
            <a:endParaRPr sz="1600">
              <a:latin typeface="Josefin Sans"/>
              <a:ea typeface="Josefin Sans"/>
              <a:cs typeface="Josefin Sans"/>
              <a:sym typeface="Josefi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0"/>
          <p:cNvSpPr txBox="1">
            <a:spLocks noGrp="1"/>
          </p:cNvSpPr>
          <p:nvPr>
            <p:ph type="subTitle" idx="1"/>
          </p:nvPr>
        </p:nvSpPr>
        <p:spPr>
          <a:xfrm>
            <a:off x="811600" y="1312075"/>
            <a:ext cx="7628100" cy="3296400"/>
          </a:xfrm>
          <a:prstGeom prst="rect">
            <a:avLst/>
          </a:prstGeom>
        </p:spPr>
        <p:txBody>
          <a:bodyPr spcFirstLastPara="1" wrap="square" lIns="91425" tIns="0" rIns="91425" bIns="91425" anchor="t" anchorCtr="0">
            <a:noAutofit/>
          </a:bodyPr>
          <a:lstStyle/>
          <a:p>
            <a:pPr marL="457200" lvl="0" indent="-323850" algn="l" rtl="0">
              <a:spcBef>
                <a:spcPts val="0"/>
              </a:spcBef>
              <a:spcAft>
                <a:spcPts val="0"/>
              </a:spcAft>
              <a:buSzPts val="1500"/>
              <a:buChar char="●"/>
            </a:pPr>
            <a:r>
              <a:rPr lang="en" sz="1700"/>
              <a:t>For models that required it (Logistic, SVM, LDA): imputed mean for NA’s</a:t>
            </a:r>
            <a:endParaRPr sz="1700"/>
          </a:p>
          <a:p>
            <a:pPr marL="457200" lvl="0" indent="-336550" algn="l" rtl="0">
              <a:spcBef>
                <a:spcPts val="0"/>
              </a:spcBef>
              <a:spcAft>
                <a:spcPts val="0"/>
              </a:spcAft>
              <a:buSzPts val="1700"/>
              <a:buChar char="●"/>
            </a:pPr>
            <a:r>
              <a:rPr lang="en" sz="1700"/>
              <a:t>Fixed wonky inputs: </a:t>
            </a:r>
            <a:endParaRPr sz="1700"/>
          </a:p>
          <a:p>
            <a:pPr marL="0" lvl="0" indent="0" algn="l" rtl="0">
              <a:spcBef>
                <a:spcPts val="0"/>
              </a:spcBef>
              <a:spcAft>
                <a:spcPts val="0"/>
              </a:spcAft>
              <a:buNone/>
            </a:pPr>
            <a:endParaRPr sz="1700"/>
          </a:p>
          <a:p>
            <a:pPr marL="0" lvl="0" indent="0" algn="l" rtl="0">
              <a:spcBef>
                <a:spcPts val="0"/>
              </a:spcBef>
              <a:spcAft>
                <a:spcPts val="0"/>
              </a:spcAft>
              <a:buNone/>
            </a:pPr>
            <a:endParaRPr sz="1700"/>
          </a:p>
          <a:p>
            <a:pPr marL="0" lvl="0" indent="0" algn="l" rtl="0">
              <a:spcBef>
                <a:spcPts val="0"/>
              </a:spcBef>
              <a:spcAft>
                <a:spcPts val="0"/>
              </a:spcAft>
              <a:buNone/>
            </a:pPr>
            <a:endParaRPr sz="1700"/>
          </a:p>
          <a:p>
            <a:pPr marL="0" lvl="0" indent="0" algn="l" rtl="0">
              <a:spcBef>
                <a:spcPts val="0"/>
              </a:spcBef>
              <a:spcAft>
                <a:spcPts val="0"/>
              </a:spcAft>
              <a:buNone/>
            </a:pPr>
            <a:endParaRPr sz="1700"/>
          </a:p>
          <a:p>
            <a:pPr marL="0" lvl="0" indent="0" algn="l" rtl="0">
              <a:spcBef>
                <a:spcPts val="0"/>
              </a:spcBef>
              <a:spcAft>
                <a:spcPts val="0"/>
              </a:spcAft>
              <a:buNone/>
            </a:pPr>
            <a:endParaRPr sz="1700"/>
          </a:p>
          <a:p>
            <a:pPr marL="0" lvl="0" indent="0" algn="l" rtl="0">
              <a:spcBef>
                <a:spcPts val="0"/>
              </a:spcBef>
              <a:spcAft>
                <a:spcPts val="0"/>
              </a:spcAft>
              <a:buNone/>
            </a:pPr>
            <a:endParaRPr sz="1700"/>
          </a:p>
          <a:p>
            <a:pPr marL="0" lvl="0" indent="0" algn="l" rtl="0">
              <a:spcBef>
                <a:spcPts val="0"/>
              </a:spcBef>
              <a:spcAft>
                <a:spcPts val="0"/>
              </a:spcAft>
              <a:buNone/>
            </a:pPr>
            <a:endParaRPr sz="1700"/>
          </a:p>
          <a:p>
            <a:pPr marL="457200" lvl="0" indent="-336550" algn="l" rtl="0">
              <a:spcBef>
                <a:spcPts val="0"/>
              </a:spcBef>
              <a:spcAft>
                <a:spcPts val="0"/>
              </a:spcAft>
              <a:buSzPts val="1700"/>
              <a:buChar char="●"/>
            </a:pPr>
            <a:r>
              <a:rPr lang="en" sz="1700"/>
              <a:t>For models that required it: standardized</a:t>
            </a:r>
            <a:endParaRPr sz="1700"/>
          </a:p>
        </p:txBody>
      </p:sp>
      <p:sp>
        <p:nvSpPr>
          <p:cNvPr id="329" name="Google Shape;329;p40"/>
          <p:cNvSpPr txBox="1">
            <a:spLocks noGrp="1"/>
          </p:cNvSpPr>
          <p:nvPr>
            <p:ph type="title"/>
          </p:nvPr>
        </p:nvSpPr>
        <p:spPr>
          <a:xfrm>
            <a:off x="1420725" y="484884"/>
            <a:ext cx="6202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Data Cleaning</a:t>
            </a:r>
            <a:endParaRPr/>
          </a:p>
        </p:txBody>
      </p:sp>
      <p:pic>
        <p:nvPicPr>
          <p:cNvPr id="330" name="Google Shape;330;p40"/>
          <p:cNvPicPr preferRelativeResize="0"/>
          <p:nvPr/>
        </p:nvPicPr>
        <p:blipFill rotWithShape="1">
          <a:blip r:embed="rId3">
            <a:alphaModFix/>
          </a:blip>
          <a:srcRect r="60612"/>
          <a:stretch/>
        </p:blipFill>
        <p:spPr>
          <a:xfrm>
            <a:off x="778050" y="2140800"/>
            <a:ext cx="3100450" cy="1129575"/>
          </a:xfrm>
          <a:prstGeom prst="rect">
            <a:avLst/>
          </a:prstGeom>
          <a:noFill/>
          <a:ln>
            <a:noFill/>
          </a:ln>
        </p:spPr>
      </p:pic>
      <p:sp>
        <p:nvSpPr>
          <p:cNvPr id="331" name="Google Shape;331;p40"/>
          <p:cNvSpPr txBox="1"/>
          <p:nvPr/>
        </p:nvSpPr>
        <p:spPr>
          <a:xfrm>
            <a:off x="736275" y="3270375"/>
            <a:ext cx="2659500" cy="21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t>Example of data cleaning done</a:t>
            </a:r>
            <a:endParaRPr i="1"/>
          </a:p>
        </p:txBody>
      </p:sp>
      <p:pic>
        <p:nvPicPr>
          <p:cNvPr id="332" name="Google Shape;332;p40"/>
          <p:cNvPicPr preferRelativeResize="0"/>
          <p:nvPr/>
        </p:nvPicPr>
        <p:blipFill>
          <a:blip r:embed="rId4">
            <a:alphaModFix/>
          </a:blip>
          <a:stretch>
            <a:fillRect/>
          </a:stretch>
        </p:blipFill>
        <p:spPr>
          <a:xfrm>
            <a:off x="4452550" y="1722673"/>
            <a:ext cx="2412675" cy="1765000"/>
          </a:xfrm>
          <a:prstGeom prst="rect">
            <a:avLst/>
          </a:prstGeom>
          <a:noFill/>
          <a:ln>
            <a:noFill/>
          </a:ln>
        </p:spPr>
      </p:pic>
      <p:sp>
        <p:nvSpPr>
          <p:cNvPr id="333" name="Google Shape;333;p40"/>
          <p:cNvSpPr txBox="1"/>
          <p:nvPr/>
        </p:nvSpPr>
        <p:spPr>
          <a:xfrm>
            <a:off x="4410775" y="3454250"/>
            <a:ext cx="2659500" cy="21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t>Lots of missing values</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1"/>
          <p:cNvSpPr txBox="1">
            <a:spLocks noGrp="1"/>
          </p:cNvSpPr>
          <p:nvPr>
            <p:ph type="subTitle" idx="1"/>
          </p:nvPr>
        </p:nvSpPr>
        <p:spPr>
          <a:xfrm>
            <a:off x="811600" y="1312075"/>
            <a:ext cx="7628100" cy="32964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sz="1700"/>
              <a:t>Feature Selection:</a:t>
            </a:r>
            <a:endParaRPr sz="1700"/>
          </a:p>
          <a:p>
            <a:pPr marL="457200" lvl="0" indent="-323850" algn="l" rtl="0">
              <a:spcBef>
                <a:spcPts val="0"/>
              </a:spcBef>
              <a:spcAft>
                <a:spcPts val="0"/>
              </a:spcAft>
              <a:buSzPts val="1500"/>
              <a:buChar char="●"/>
            </a:pPr>
            <a:r>
              <a:rPr lang="en" sz="1700"/>
              <a:t>Feature importance from Gradient Boosted Tree model</a:t>
            </a:r>
            <a:endParaRPr sz="1700"/>
          </a:p>
          <a:p>
            <a:pPr marL="457200" lvl="0" indent="-323850" algn="l" rtl="0">
              <a:spcBef>
                <a:spcPts val="0"/>
              </a:spcBef>
              <a:spcAft>
                <a:spcPts val="0"/>
              </a:spcAft>
              <a:buSzPts val="1500"/>
              <a:buChar char="●"/>
            </a:pPr>
            <a:r>
              <a:rPr lang="en" sz="1700"/>
              <a:t>Chose features with importance greater than 0</a:t>
            </a:r>
            <a:endParaRPr sz="1700"/>
          </a:p>
          <a:p>
            <a:pPr marL="0" lvl="0" indent="0" algn="l" rtl="0">
              <a:spcBef>
                <a:spcPts val="0"/>
              </a:spcBef>
              <a:spcAft>
                <a:spcPts val="0"/>
              </a:spcAft>
              <a:buNone/>
            </a:pPr>
            <a:endParaRPr sz="1700"/>
          </a:p>
          <a:p>
            <a:pPr marL="0" lvl="0" indent="0" algn="l" rtl="0">
              <a:spcBef>
                <a:spcPts val="0"/>
              </a:spcBef>
              <a:spcAft>
                <a:spcPts val="0"/>
              </a:spcAft>
              <a:buNone/>
            </a:pPr>
            <a:r>
              <a:rPr lang="en" sz="1700"/>
              <a:t>Feature Engineering:</a:t>
            </a:r>
            <a:endParaRPr sz="1700"/>
          </a:p>
          <a:p>
            <a:pPr marL="457200" lvl="0" indent="-323850" algn="l" rtl="0">
              <a:spcBef>
                <a:spcPts val="0"/>
              </a:spcBef>
              <a:spcAft>
                <a:spcPts val="0"/>
              </a:spcAft>
              <a:buSzPts val="1500"/>
              <a:buChar char="●"/>
            </a:pPr>
            <a:r>
              <a:rPr lang="en" sz="1700" b="1"/>
              <a:t>Aggregated features:</a:t>
            </a:r>
            <a:r>
              <a:rPr lang="en" sz="1700"/>
              <a:t> sum, min, max, mean, sd when joining the datasets, grouping on ID.</a:t>
            </a:r>
            <a:endParaRPr sz="1700"/>
          </a:p>
          <a:p>
            <a:pPr marL="457200" lvl="0" indent="-336550" algn="l" rtl="0">
              <a:spcBef>
                <a:spcPts val="0"/>
              </a:spcBef>
              <a:spcAft>
                <a:spcPts val="0"/>
              </a:spcAft>
              <a:buSzPts val="1700"/>
              <a:buChar char="●"/>
            </a:pPr>
            <a:r>
              <a:rPr lang="en" sz="1700" b="1"/>
              <a:t>Ratios:</a:t>
            </a:r>
            <a:r>
              <a:rPr lang="en" sz="1700"/>
              <a:t> Domain knowledge and top 20 most important features</a:t>
            </a:r>
            <a:endParaRPr sz="1700"/>
          </a:p>
        </p:txBody>
      </p:sp>
      <p:sp>
        <p:nvSpPr>
          <p:cNvPr id="339" name="Google Shape;339;p41"/>
          <p:cNvSpPr txBox="1">
            <a:spLocks noGrp="1"/>
          </p:cNvSpPr>
          <p:nvPr>
            <p:ph type="title"/>
          </p:nvPr>
        </p:nvSpPr>
        <p:spPr>
          <a:xfrm>
            <a:off x="1470900" y="476534"/>
            <a:ext cx="6202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Feature Select &amp; Engineering</a:t>
            </a:r>
            <a:endParaRPr/>
          </a:p>
        </p:txBody>
      </p:sp>
      <p:sp>
        <p:nvSpPr>
          <p:cNvPr id="340" name="Google Shape;340;p41"/>
          <p:cNvSpPr txBox="1"/>
          <p:nvPr/>
        </p:nvSpPr>
        <p:spPr>
          <a:xfrm>
            <a:off x="256550" y="4294375"/>
            <a:ext cx="3512700" cy="4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t>Example of created features</a:t>
            </a:r>
            <a:endParaRPr i="1"/>
          </a:p>
        </p:txBody>
      </p:sp>
      <p:pic>
        <p:nvPicPr>
          <p:cNvPr id="341" name="Google Shape;341;p41"/>
          <p:cNvPicPr preferRelativeResize="0"/>
          <p:nvPr/>
        </p:nvPicPr>
        <p:blipFill>
          <a:blip r:embed="rId3">
            <a:alphaModFix/>
          </a:blip>
          <a:stretch>
            <a:fillRect/>
          </a:stretch>
        </p:blipFill>
        <p:spPr>
          <a:xfrm>
            <a:off x="329800" y="3721675"/>
            <a:ext cx="5986268" cy="572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2"/>
          <p:cNvSpPr txBox="1">
            <a:spLocks noGrp="1"/>
          </p:cNvSpPr>
          <p:nvPr>
            <p:ph type="subTitle" idx="1"/>
          </p:nvPr>
        </p:nvSpPr>
        <p:spPr>
          <a:xfrm>
            <a:off x="811600" y="1312075"/>
            <a:ext cx="7628100" cy="32964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endParaRPr/>
          </a:p>
        </p:txBody>
      </p:sp>
      <p:sp>
        <p:nvSpPr>
          <p:cNvPr id="347" name="Google Shape;347;p42"/>
          <p:cNvSpPr txBox="1">
            <a:spLocks noGrp="1"/>
          </p:cNvSpPr>
          <p:nvPr>
            <p:ph type="title"/>
          </p:nvPr>
        </p:nvSpPr>
        <p:spPr>
          <a:xfrm>
            <a:off x="1470900" y="476534"/>
            <a:ext cx="6202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Feature Select &amp; Engineering</a:t>
            </a:r>
            <a:endParaRPr/>
          </a:p>
          <a:p>
            <a:pPr marL="0" lvl="0" indent="0" algn="ctr" rtl="0">
              <a:spcBef>
                <a:spcPts val="0"/>
              </a:spcBef>
              <a:spcAft>
                <a:spcPts val="0"/>
              </a:spcAft>
              <a:buNone/>
            </a:pPr>
            <a:endParaRPr/>
          </a:p>
        </p:txBody>
      </p:sp>
      <p:pic>
        <p:nvPicPr>
          <p:cNvPr id="348" name="Google Shape;348;p42"/>
          <p:cNvPicPr preferRelativeResize="0"/>
          <p:nvPr/>
        </p:nvPicPr>
        <p:blipFill>
          <a:blip r:embed="rId3">
            <a:alphaModFix/>
          </a:blip>
          <a:stretch>
            <a:fillRect/>
          </a:stretch>
        </p:blipFill>
        <p:spPr>
          <a:xfrm>
            <a:off x="352525" y="1519025"/>
            <a:ext cx="3723976" cy="2454050"/>
          </a:xfrm>
          <a:prstGeom prst="rect">
            <a:avLst/>
          </a:prstGeom>
          <a:noFill/>
          <a:ln w="9525" cap="flat" cmpd="sng">
            <a:solidFill>
              <a:schemeClr val="dk2"/>
            </a:solidFill>
            <a:prstDash val="solid"/>
            <a:round/>
            <a:headEnd type="none" w="sm" len="sm"/>
            <a:tailEnd type="none" w="sm" len="sm"/>
          </a:ln>
        </p:spPr>
      </p:pic>
      <p:pic>
        <p:nvPicPr>
          <p:cNvPr id="349" name="Google Shape;349;p42"/>
          <p:cNvPicPr preferRelativeResize="0"/>
          <p:nvPr/>
        </p:nvPicPr>
        <p:blipFill>
          <a:blip r:embed="rId4">
            <a:alphaModFix/>
          </a:blip>
          <a:stretch>
            <a:fillRect/>
          </a:stretch>
        </p:blipFill>
        <p:spPr>
          <a:xfrm>
            <a:off x="4248671" y="1519025"/>
            <a:ext cx="4616454" cy="24540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43"/>
          <p:cNvSpPr txBox="1">
            <a:spLocks noGrp="1"/>
          </p:cNvSpPr>
          <p:nvPr>
            <p:ph type="subTitle" idx="1"/>
          </p:nvPr>
        </p:nvSpPr>
        <p:spPr>
          <a:xfrm>
            <a:off x="811600" y="1312075"/>
            <a:ext cx="7628100" cy="3296400"/>
          </a:xfrm>
          <a:prstGeom prst="rect">
            <a:avLst/>
          </a:prstGeom>
        </p:spPr>
        <p:txBody>
          <a:bodyPr spcFirstLastPara="1" wrap="square" lIns="91425" tIns="0" rIns="91425" bIns="91425" anchor="t" anchorCtr="0">
            <a:noAutofit/>
          </a:bodyPr>
          <a:lstStyle/>
          <a:p>
            <a:pPr marL="457200" lvl="0" indent="-304800" algn="l" rtl="0">
              <a:spcBef>
                <a:spcPts val="0"/>
              </a:spcBef>
              <a:spcAft>
                <a:spcPts val="0"/>
              </a:spcAft>
              <a:buSzPts val="1200"/>
              <a:buChar char="●"/>
            </a:pPr>
            <a:r>
              <a:rPr lang="en"/>
              <a:t>Tried no penalty, L1 norm (Lasso), and L2 norm (Ridge) </a:t>
            </a:r>
            <a:endParaRPr/>
          </a:p>
          <a:p>
            <a:pPr marL="457200" lvl="0" indent="-304800" algn="l" rtl="0">
              <a:spcBef>
                <a:spcPts val="0"/>
              </a:spcBef>
              <a:spcAft>
                <a:spcPts val="0"/>
              </a:spcAft>
              <a:buSzPts val="1200"/>
              <a:buChar char="●"/>
            </a:pPr>
            <a:r>
              <a:rPr lang="en"/>
              <a:t>Highly interpretable, performs well on linearly separable data, works well with regularization</a:t>
            </a:r>
            <a:endParaRPr/>
          </a:p>
          <a:p>
            <a:pPr marL="457200" lvl="0" indent="-304800" algn="l" rtl="0">
              <a:spcBef>
                <a:spcPts val="0"/>
              </a:spcBef>
              <a:spcAft>
                <a:spcPts val="0"/>
              </a:spcAft>
              <a:buSzPts val="1200"/>
              <a:buChar char="●"/>
            </a:pPr>
            <a:r>
              <a:rPr lang="en"/>
              <a:t>Limited flexibility with non-linear relationships, can underperform on complex data</a:t>
            </a:r>
            <a:endParaRPr/>
          </a:p>
        </p:txBody>
      </p:sp>
      <p:sp>
        <p:nvSpPr>
          <p:cNvPr id="355" name="Google Shape;355;p43"/>
          <p:cNvSpPr txBox="1">
            <a:spLocks noGrp="1"/>
          </p:cNvSpPr>
          <p:nvPr>
            <p:ph type="title"/>
          </p:nvPr>
        </p:nvSpPr>
        <p:spPr>
          <a:xfrm>
            <a:off x="1470900" y="476534"/>
            <a:ext cx="6202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Logistic Regression</a:t>
            </a:r>
            <a:endParaRPr/>
          </a:p>
        </p:txBody>
      </p:sp>
      <p:pic>
        <p:nvPicPr>
          <p:cNvPr id="356" name="Google Shape;356;p43"/>
          <p:cNvPicPr preferRelativeResize="0"/>
          <p:nvPr/>
        </p:nvPicPr>
        <p:blipFill>
          <a:blip r:embed="rId3">
            <a:alphaModFix/>
          </a:blip>
          <a:stretch>
            <a:fillRect/>
          </a:stretch>
        </p:blipFill>
        <p:spPr>
          <a:xfrm>
            <a:off x="5711625" y="2982661"/>
            <a:ext cx="3265750" cy="942175"/>
          </a:xfrm>
          <a:prstGeom prst="rect">
            <a:avLst/>
          </a:prstGeom>
          <a:noFill/>
          <a:ln>
            <a:noFill/>
          </a:ln>
        </p:spPr>
      </p:pic>
      <p:pic>
        <p:nvPicPr>
          <p:cNvPr id="357" name="Google Shape;357;p43"/>
          <p:cNvPicPr preferRelativeResize="0"/>
          <p:nvPr/>
        </p:nvPicPr>
        <p:blipFill>
          <a:blip r:embed="rId4">
            <a:alphaModFix/>
          </a:blip>
          <a:stretch>
            <a:fillRect/>
          </a:stretch>
        </p:blipFill>
        <p:spPr>
          <a:xfrm>
            <a:off x="133300" y="2299027"/>
            <a:ext cx="5437025" cy="23094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4"/>
          <p:cNvSpPr txBox="1">
            <a:spLocks noGrp="1"/>
          </p:cNvSpPr>
          <p:nvPr>
            <p:ph type="subTitle" idx="1"/>
          </p:nvPr>
        </p:nvSpPr>
        <p:spPr>
          <a:xfrm>
            <a:off x="811600" y="1312075"/>
            <a:ext cx="7628100" cy="3296400"/>
          </a:xfrm>
          <a:prstGeom prst="rect">
            <a:avLst/>
          </a:prstGeom>
        </p:spPr>
        <p:txBody>
          <a:bodyPr spcFirstLastPara="1" wrap="square" lIns="91425" tIns="0" rIns="91425" bIns="91425" anchor="t" anchorCtr="0">
            <a:noAutofit/>
          </a:bodyPr>
          <a:lstStyle/>
          <a:p>
            <a:pPr marL="457200" lvl="0" indent="-304800" algn="l" rtl="0">
              <a:spcBef>
                <a:spcPts val="0"/>
              </a:spcBef>
              <a:spcAft>
                <a:spcPts val="0"/>
              </a:spcAft>
              <a:buSzPts val="1200"/>
              <a:buChar char="●"/>
            </a:pPr>
            <a:r>
              <a:rPr lang="en"/>
              <a:t>Effective with multiple features (high-dimensional spaces).</a:t>
            </a:r>
            <a:endParaRPr/>
          </a:p>
          <a:p>
            <a:pPr marL="457200" lvl="0" indent="-304800" algn="l" rtl="0">
              <a:spcBef>
                <a:spcPts val="0"/>
              </a:spcBef>
              <a:spcAft>
                <a:spcPts val="0"/>
              </a:spcAft>
              <a:buSzPts val="1200"/>
              <a:buChar char="●"/>
            </a:pPr>
            <a:r>
              <a:rPr lang="en"/>
              <a:t>Robust against overfitting with proper regularization</a:t>
            </a:r>
            <a:endParaRPr/>
          </a:p>
          <a:p>
            <a:pPr marL="457200" lvl="0" indent="-304800" algn="l" rtl="0">
              <a:spcBef>
                <a:spcPts val="0"/>
              </a:spcBef>
              <a:spcAft>
                <a:spcPts val="0"/>
              </a:spcAft>
              <a:buSzPts val="1200"/>
              <a:buChar char="●"/>
            </a:pPr>
            <a:r>
              <a:rPr lang="en"/>
              <a:t>Slow training time &amp; sensitive to noise and outliers in data</a:t>
            </a:r>
            <a:endParaRPr/>
          </a:p>
          <a:p>
            <a:pPr marL="0" lvl="0" indent="0" algn="l" rtl="0">
              <a:spcBef>
                <a:spcPts val="0"/>
              </a:spcBef>
              <a:spcAft>
                <a:spcPts val="0"/>
              </a:spcAft>
              <a:buNone/>
            </a:pPr>
            <a:endParaRPr/>
          </a:p>
        </p:txBody>
      </p:sp>
      <p:sp>
        <p:nvSpPr>
          <p:cNvPr id="363" name="Google Shape;363;p44"/>
          <p:cNvSpPr txBox="1">
            <a:spLocks noGrp="1"/>
          </p:cNvSpPr>
          <p:nvPr>
            <p:ph type="title"/>
          </p:nvPr>
        </p:nvSpPr>
        <p:spPr>
          <a:xfrm>
            <a:off x="1123200" y="476525"/>
            <a:ext cx="6897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Support Vector Classifier (SVC)</a:t>
            </a:r>
            <a:endParaRPr/>
          </a:p>
        </p:txBody>
      </p:sp>
      <p:pic>
        <p:nvPicPr>
          <p:cNvPr id="364" name="Google Shape;364;p44"/>
          <p:cNvPicPr preferRelativeResize="0"/>
          <p:nvPr/>
        </p:nvPicPr>
        <p:blipFill>
          <a:blip r:embed="rId3">
            <a:alphaModFix/>
          </a:blip>
          <a:stretch>
            <a:fillRect/>
          </a:stretch>
        </p:blipFill>
        <p:spPr>
          <a:xfrm>
            <a:off x="1175313" y="2068575"/>
            <a:ext cx="6793373" cy="28856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5"/>
          <p:cNvSpPr txBox="1">
            <a:spLocks noGrp="1"/>
          </p:cNvSpPr>
          <p:nvPr>
            <p:ph type="subTitle" idx="1"/>
          </p:nvPr>
        </p:nvSpPr>
        <p:spPr>
          <a:xfrm>
            <a:off x="811600" y="1312075"/>
            <a:ext cx="6861600" cy="817200"/>
          </a:xfrm>
          <a:prstGeom prst="rect">
            <a:avLst/>
          </a:prstGeom>
        </p:spPr>
        <p:txBody>
          <a:bodyPr spcFirstLastPara="1" wrap="square" lIns="91425" tIns="0" rIns="91425" bIns="91425" anchor="t" anchorCtr="0">
            <a:noAutofit/>
          </a:bodyPr>
          <a:lstStyle/>
          <a:p>
            <a:pPr marL="457200" lvl="0" indent="-304800" algn="l" rtl="0">
              <a:spcBef>
                <a:spcPts val="0"/>
              </a:spcBef>
              <a:spcAft>
                <a:spcPts val="0"/>
              </a:spcAft>
              <a:buSzPts val="1200"/>
              <a:buChar char="●"/>
            </a:pPr>
            <a:r>
              <a:rPr lang="en"/>
              <a:t>Quick to train and computationally simple</a:t>
            </a:r>
            <a:endParaRPr/>
          </a:p>
          <a:p>
            <a:pPr marL="457200" lvl="0" indent="-304800" algn="l" rtl="0">
              <a:spcBef>
                <a:spcPts val="0"/>
              </a:spcBef>
              <a:spcAft>
                <a:spcPts val="0"/>
              </a:spcAft>
              <a:buSzPts val="1200"/>
              <a:buChar char="●"/>
            </a:pPr>
            <a:r>
              <a:rPr lang="en"/>
              <a:t>Reduces feature space while preserving class separability</a:t>
            </a:r>
            <a:endParaRPr/>
          </a:p>
          <a:p>
            <a:pPr marL="457200" lvl="0" indent="-304800" algn="l" rtl="0">
              <a:spcBef>
                <a:spcPts val="0"/>
              </a:spcBef>
              <a:spcAft>
                <a:spcPts val="0"/>
              </a:spcAft>
              <a:buSzPts val="1200"/>
              <a:buChar char="●"/>
            </a:pPr>
            <a:r>
              <a:rPr lang="en"/>
              <a:t>Prone to performance drops with noise and outliers</a:t>
            </a:r>
            <a:endParaRPr/>
          </a:p>
          <a:p>
            <a:pPr marL="457200" lvl="0" indent="-304800" algn="l" rtl="0">
              <a:spcBef>
                <a:spcPts val="0"/>
              </a:spcBef>
              <a:spcAft>
                <a:spcPts val="0"/>
              </a:spcAft>
              <a:buSzPts val="1200"/>
              <a:buChar char="●"/>
            </a:pPr>
            <a:r>
              <a:rPr lang="en"/>
              <a:t>Can be biased towards majority classes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70" name="Google Shape;370;p45"/>
          <p:cNvSpPr txBox="1">
            <a:spLocks noGrp="1"/>
          </p:cNvSpPr>
          <p:nvPr>
            <p:ph type="title"/>
          </p:nvPr>
        </p:nvSpPr>
        <p:spPr>
          <a:xfrm>
            <a:off x="1470900" y="476534"/>
            <a:ext cx="6202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Linear Discriminant Analysis</a:t>
            </a:r>
            <a:endParaRPr/>
          </a:p>
        </p:txBody>
      </p:sp>
      <p:grpSp>
        <p:nvGrpSpPr>
          <p:cNvPr id="371" name="Google Shape;371;p45"/>
          <p:cNvGrpSpPr/>
          <p:nvPr/>
        </p:nvGrpSpPr>
        <p:grpSpPr>
          <a:xfrm>
            <a:off x="892815" y="2288653"/>
            <a:ext cx="7196836" cy="2620018"/>
            <a:chOff x="394000" y="2188475"/>
            <a:chExt cx="7379100" cy="2823600"/>
          </a:xfrm>
        </p:grpSpPr>
        <p:sp>
          <p:nvSpPr>
            <p:cNvPr id="372" name="Google Shape;372;p45"/>
            <p:cNvSpPr/>
            <p:nvPr/>
          </p:nvSpPr>
          <p:spPr>
            <a:xfrm>
              <a:off x="394000" y="2188475"/>
              <a:ext cx="7379100" cy="28236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73" name="Google Shape;373;p45"/>
            <p:cNvPicPr preferRelativeResize="0"/>
            <p:nvPr/>
          </p:nvPicPr>
          <p:blipFill>
            <a:blip r:embed="rId3">
              <a:alphaModFix/>
            </a:blip>
            <a:stretch>
              <a:fillRect/>
            </a:stretch>
          </p:blipFill>
          <p:spPr>
            <a:xfrm>
              <a:off x="509554" y="2230200"/>
              <a:ext cx="3497451" cy="2740125"/>
            </a:xfrm>
            <a:prstGeom prst="rect">
              <a:avLst/>
            </a:prstGeom>
            <a:noFill/>
            <a:ln>
              <a:noFill/>
            </a:ln>
          </p:spPr>
        </p:pic>
        <p:pic>
          <p:nvPicPr>
            <p:cNvPr id="374" name="Google Shape;374;p45"/>
            <p:cNvPicPr preferRelativeResize="0"/>
            <p:nvPr/>
          </p:nvPicPr>
          <p:blipFill>
            <a:blip r:embed="rId4">
              <a:alphaModFix/>
            </a:blip>
            <a:stretch>
              <a:fillRect/>
            </a:stretch>
          </p:blipFill>
          <p:spPr>
            <a:xfrm>
              <a:off x="4104675" y="2258825"/>
              <a:ext cx="3568425" cy="2682875"/>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6"/>
          <p:cNvSpPr txBox="1">
            <a:spLocks noGrp="1"/>
          </p:cNvSpPr>
          <p:nvPr>
            <p:ph type="subTitle" idx="1"/>
          </p:nvPr>
        </p:nvSpPr>
        <p:spPr>
          <a:xfrm>
            <a:off x="460325" y="1186625"/>
            <a:ext cx="4734900" cy="1037100"/>
          </a:xfrm>
          <a:prstGeom prst="rect">
            <a:avLst/>
          </a:prstGeom>
        </p:spPr>
        <p:txBody>
          <a:bodyPr spcFirstLastPara="1" wrap="square" lIns="91425" tIns="0" rIns="91425" bIns="91425" anchor="t" anchorCtr="0">
            <a:noAutofit/>
          </a:bodyPr>
          <a:lstStyle/>
          <a:p>
            <a:pPr marL="457200" lvl="0" indent="-304800" algn="l" rtl="0">
              <a:spcBef>
                <a:spcPts val="0"/>
              </a:spcBef>
              <a:spcAft>
                <a:spcPts val="0"/>
              </a:spcAft>
              <a:buSzPts val="1200"/>
              <a:buChar char="●"/>
            </a:pPr>
            <a:r>
              <a:rPr lang="en"/>
              <a:t>LGBM: gradient boosting framework that uses tree based learning algorithms</a:t>
            </a:r>
            <a:endParaRPr/>
          </a:p>
          <a:p>
            <a:pPr marL="457200" lvl="0" indent="-304800" algn="l" rtl="0">
              <a:spcBef>
                <a:spcPts val="0"/>
              </a:spcBef>
              <a:spcAft>
                <a:spcPts val="0"/>
              </a:spcAft>
              <a:buSzPts val="1200"/>
              <a:buChar char="●"/>
            </a:pPr>
            <a:r>
              <a:rPr lang="en"/>
              <a:t>Works well with large, complex, messy data structures</a:t>
            </a:r>
            <a:endParaRPr/>
          </a:p>
          <a:p>
            <a:pPr marL="0" lvl="0" indent="0" algn="l" rtl="0">
              <a:spcBef>
                <a:spcPts val="0"/>
              </a:spcBef>
              <a:spcAft>
                <a:spcPts val="0"/>
              </a:spcAft>
              <a:buNone/>
            </a:pPr>
            <a:endParaRPr>
              <a:latin typeface="Josefin Sans"/>
              <a:ea typeface="Josefin Sans"/>
              <a:cs typeface="Josefin Sans"/>
              <a:sym typeface="Josefin Sans"/>
            </a:endParaRPr>
          </a:p>
        </p:txBody>
      </p:sp>
      <p:sp>
        <p:nvSpPr>
          <p:cNvPr id="380" name="Google Shape;380;p46"/>
          <p:cNvSpPr txBox="1">
            <a:spLocks noGrp="1"/>
          </p:cNvSpPr>
          <p:nvPr>
            <p:ph type="title"/>
          </p:nvPr>
        </p:nvSpPr>
        <p:spPr>
          <a:xfrm>
            <a:off x="1470900" y="476534"/>
            <a:ext cx="6202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Gradient Boosted Trees (LGB)</a:t>
            </a:r>
            <a:endParaRPr/>
          </a:p>
        </p:txBody>
      </p:sp>
      <p:pic>
        <p:nvPicPr>
          <p:cNvPr id="381" name="Google Shape;381;p46"/>
          <p:cNvPicPr preferRelativeResize="0"/>
          <p:nvPr/>
        </p:nvPicPr>
        <p:blipFill rotWithShape="1">
          <a:blip r:embed="rId3">
            <a:alphaModFix/>
          </a:blip>
          <a:srcRect l="2820" r="-2820"/>
          <a:stretch/>
        </p:blipFill>
        <p:spPr>
          <a:xfrm>
            <a:off x="5195225" y="1049225"/>
            <a:ext cx="3855550" cy="1407550"/>
          </a:xfrm>
          <a:prstGeom prst="rect">
            <a:avLst/>
          </a:prstGeom>
          <a:noFill/>
          <a:ln>
            <a:noFill/>
          </a:ln>
        </p:spPr>
      </p:pic>
      <p:pic>
        <p:nvPicPr>
          <p:cNvPr id="382" name="Google Shape;382;p46"/>
          <p:cNvPicPr preferRelativeResize="0"/>
          <p:nvPr/>
        </p:nvPicPr>
        <p:blipFill>
          <a:blip r:embed="rId4">
            <a:alphaModFix/>
          </a:blip>
          <a:stretch>
            <a:fillRect/>
          </a:stretch>
        </p:blipFill>
        <p:spPr>
          <a:xfrm>
            <a:off x="898700" y="2356775"/>
            <a:ext cx="3594999" cy="2278650"/>
          </a:xfrm>
          <a:prstGeom prst="rect">
            <a:avLst/>
          </a:prstGeom>
          <a:noFill/>
          <a:ln>
            <a:noFill/>
          </a:ln>
        </p:spPr>
      </p:pic>
      <p:sp>
        <p:nvSpPr>
          <p:cNvPr id="383" name="Google Shape;383;p46"/>
          <p:cNvSpPr txBox="1">
            <a:spLocks noGrp="1"/>
          </p:cNvSpPr>
          <p:nvPr>
            <p:ph type="subTitle" idx="1"/>
          </p:nvPr>
        </p:nvSpPr>
        <p:spPr>
          <a:xfrm>
            <a:off x="4596650" y="2546900"/>
            <a:ext cx="4734900" cy="1898400"/>
          </a:xfrm>
          <a:prstGeom prst="rect">
            <a:avLst/>
          </a:prstGeom>
        </p:spPr>
        <p:txBody>
          <a:bodyPr spcFirstLastPara="1" wrap="square" lIns="91425" tIns="0" rIns="91425" bIns="91425" anchor="t" anchorCtr="0">
            <a:noAutofit/>
          </a:bodyPr>
          <a:lstStyle/>
          <a:p>
            <a:pPr marL="457200" lvl="0" indent="0" algn="l" rtl="0">
              <a:spcBef>
                <a:spcPts val="0"/>
              </a:spcBef>
              <a:spcAft>
                <a:spcPts val="0"/>
              </a:spcAft>
              <a:buNone/>
            </a:pPr>
            <a:endParaRPr/>
          </a:p>
          <a:p>
            <a:pPr marL="457200" lvl="0" indent="-304800" algn="l" rtl="0">
              <a:spcBef>
                <a:spcPts val="0"/>
              </a:spcBef>
              <a:spcAft>
                <a:spcPts val="0"/>
              </a:spcAft>
              <a:buSzPts val="1200"/>
              <a:buChar char="●"/>
            </a:pPr>
            <a:r>
              <a:rPr lang="en" b="1"/>
              <a:t>HyperParameter Tuning:</a:t>
            </a:r>
            <a:endParaRPr b="1"/>
          </a:p>
          <a:p>
            <a:pPr marL="914400" lvl="1" indent="-304800" algn="l" rtl="0">
              <a:spcBef>
                <a:spcPts val="0"/>
              </a:spcBef>
              <a:spcAft>
                <a:spcPts val="0"/>
              </a:spcAft>
              <a:buSzPts val="1200"/>
              <a:buFont typeface="Josefin Sans"/>
              <a:buChar char="○"/>
            </a:pPr>
            <a:r>
              <a:rPr lang="en">
                <a:latin typeface="Josefin Sans"/>
                <a:ea typeface="Josefin Sans"/>
                <a:cs typeface="Josefin Sans"/>
                <a:sym typeface="Josefin Sans"/>
              </a:rPr>
              <a:t>Grid searched with 5-fold cv</a:t>
            </a:r>
            <a:endParaRPr>
              <a:latin typeface="Josefin Sans"/>
              <a:ea typeface="Josefin Sans"/>
              <a:cs typeface="Josefin Sans"/>
              <a:sym typeface="Josefin Sans"/>
            </a:endParaRPr>
          </a:p>
          <a:p>
            <a:pPr marL="914400" lvl="1" indent="-304800" algn="l" rtl="0">
              <a:spcBef>
                <a:spcPts val="0"/>
              </a:spcBef>
              <a:spcAft>
                <a:spcPts val="0"/>
              </a:spcAft>
              <a:buSzPts val="1200"/>
              <a:buFont typeface="Josefin Sans"/>
              <a:buChar char="○"/>
            </a:pPr>
            <a:r>
              <a:rPr lang="en">
                <a:latin typeface="Josefin Sans"/>
                <a:ea typeface="Josefin Sans"/>
                <a:cs typeface="Josefin Sans"/>
                <a:sym typeface="Josefin Sans"/>
              </a:rPr>
              <a:t>"best_params": {"colsample_bytree": 0.27, "min_child_samples": 55, "num_leaves": 53, "reg_lambda": 9}</a:t>
            </a:r>
            <a:endParaRPr>
              <a:latin typeface="Josefin Sans"/>
              <a:ea typeface="Josefin Sans"/>
              <a:cs typeface="Josefin Sans"/>
              <a:sym typeface="Josefin Sans"/>
            </a:endParaRPr>
          </a:p>
          <a:p>
            <a:pPr marL="914400" lvl="1" indent="-304800" algn="l" rtl="0">
              <a:spcBef>
                <a:spcPts val="0"/>
              </a:spcBef>
              <a:spcAft>
                <a:spcPts val="0"/>
              </a:spcAft>
              <a:buSzPts val="1200"/>
              <a:buFont typeface="Josefin Sans Light"/>
              <a:buChar char="○"/>
            </a:pPr>
            <a:r>
              <a:rPr lang="en">
                <a:latin typeface="Josefin Sans"/>
                <a:ea typeface="Josefin Sans"/>
                <a:cs typeface="Josefin Sans"/>
                <a:sym typeface="Josefin Sans"/>
              </a:rPr>
              <a:t>Cross-validated ROC AUC: 0.785.</a:t>
            </a:r>
            <a:endParaRPr>
              <a:latin typeface="Josefin Sans"/>
              <a:ea typeface="Josefin Sans"/>
              <a:cs typeface="Josefin Sans"/>
              <a:sym typeface="Josefi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47"/>
          <p:cNvSpPr txBox="1">
            <a:spLocks noGrp="1"/>
          </p:cNvSpPr>
          <p:nvPr>
            <p:ph type="subTitle" idx="1"/>
          </p:nvPr>
        </p:nvSpPr>
        <p:spPr>
          <a:xfrm>
            <a:off x="757950" y="1049225"/>
            <a:ext cx="7628100" cy="32964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Focus</a:t>
            </a:r>
            <a:endParaRPr/>
          </a:p>
          <a:p>
            <a:pPr marL="457200" lvl="0" indent="-311150" algn="l" rtl="0">
              <a:spcBef>
                <a:spcPts val="0"/>
              </a:spcBef>
              <a:spcAft>
                <a:spcPts val="0"/>
              </a:spcAft>
              <a:buClr>
                <a:schemeClr val="dk1"/>
              </a:buClr>
              <a:buSzPts val="1300"/>
              <a:buFont typeface="Arial"/>
              <a:buChar char="●"/>
            </a:pPr>
            <a:r>
              <a:rPr lang="en" sz="1300"/>
              <a:t>Minimizing False Negatives</a:t>
            </a:r>
            <a:endParaRPr sz="1300"/>
          </a:p>
          <a:p>
            <a:pPr marL="457200" lvl="0" indent="-311150" algn="l" rtl="0">
              <a:spcBef>
                <a:spcPts val="0"/>
              </a:spcBef>
              <a:spcAft>
                <a:spcPts val="0"/>
              </a:spcAft>
              <a:buClr>
                <a:schemeClr val="dk1"/>
              </a:buClr>
              <a:buSzPts val="1300"/>
              <a:buFont typeface="Arial"/>
              <a:buChar char="●"/>
            </a:pPr>
            <a:r>
              <a:rPr lang="en" sz="1300"/>
              <a:t>Improving recall while balancing precision</a:t>
            </a:r>
            <a:endParaRPr sz="1300"/>
          </a:p>
          <a:p>
            <a:pPr marL="0" lvl="0" indent="0" algn="l" rtl="0">
              <a:spcBef>
                <a:spcPts val="0"/>
              </a:spcBef>
              <a:spcAft>
                <a:spcPts val="0"/>
              </a:spcAft>
              <a:buNone/>
            </a:pPr>
            <a:endParaRPr sz="1300"/>
          </a:p>
          <a:p>
            <a:pPr marL="0" lvl="0" indent="0" algn="l" rtl="0">
              <a:spcBef>
                <a:spcPts val="0"/>
              </a:spcBef>
              <a:spcAft>
                <a:spcPts val="0"/>
              </a:spcAft>
              <a:buNone/>
            </a:pPr>
            <a:r>
              <a:rPr lang="en" sz="1300"/>
              <a:t>Metrics</a:t>
            </a:r>
            <a:endParaRPr/>
          </a:p>
          <a:p>
            <a:pPr marL="457200" lvl="0" indent="-311150" algn="l" rtl="0">
              <a:spcBef>
                <a:spcPts val="0"/>
              </a:spcBef>
              <a:spcAft>
                <a:spcPts val="0"/>
              </a:spcAft>
              <a:buClr>
                <a:schemeClr val="dk1"/>
              </a:buClr>
              <a:buSzPts val="1300"/>
              <a:buFont typeface="Arial"/>
              <a:buChar char="●"/>
            </a:pPr>
            <a:r>
              <a:rPr lang="en" sz="1300"/>
              <a:t>Optimizing Metric: F1</a:t>
            </a:r>
            <a:endParaRPr/>
          </a:p>
          <a:p>
            <a:pPr marL="457200" lvl="0" indent="-298450" algn="l" rtl="0">
              <a:lnSpc>
                <a:spcPct val="115000"/>
              </a:lnSpc>
              <a:spcBef>
                <a:spcPts val="0"/>
              </a:spcBef>
              <a:spcAft>
                <a:spcPts val="0"/>
              </a:spcAft>
              <a:buClr>
                <a:schemeClr val="dk1"/>
              </a:buClr>
              <a:buSzPts val="1100"/>
              <a:buFont typeface="Arial"/>
              <a:buChar char="●"/>
            </a:pPr>
            <a:r>
              <a:rPr lang="en" sz="1300"/>
              <a:t>Satisficing Metric: ROC-AUC</a:t>
            </a:r>
            <a:endParaRPr sz="1300"/>
          </a:p>
          <a:p>
            <a:pPr marL="457200" lvl="0" indent="-311150" algn="l" rtl="0">
              <a:spcBef>
                <a:spcPts val="0"/>
              </a:spcBef>
              <a:spcAft>
                <a:spcPts val="0"/>
              </a:spcAft>
              <a:buClr>
                <a:schemeClr val="dk1"/>
              </a:buClr>
              <a:buSzPts val="1300"/>
              <a:buFont typeface="Arial"/>
              <a:buChar char="●"/>
            </a:pPr>
            <a:r>
              <a:rPr lang="en" sz="1300"/>
              <a:t>Satisficing Threshold: 0.7</a:t>
            </a:r>
            <a:endParaRPr sz="1300"/>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Model Development Strategy</a:t>
            </a:r>
            <a:endParaRPr/>
          </a:p>
          <a:p>
            <a:pPr marL="457200" lvl="0" indent="-311150" algn="l" rtl="0">
              <a:spcBef>
                <a:spcPts val="0"/>
              </a:spcBef>
              <a:spcAft>
                <a:spcPts val="0"/>
              </a:spcAft>
              <a:buClr>
                <a:schemeClr val="dk1"/>
              </a:buClr>
              <a:buSzPts val="1300"/>
              <a:buFont typeface="Arial"/>
              <a:buChar char="●"/>
            </a:pPr>
            <a:r>
              <a:rPr lang="en"/>
              <a:t>Stratification across target</a:t>
            </a:r>
            <a:endParaRPr/>
          </a:p>
          <a:p>
            <a:pPr marL="457200" lvl="0" indent="-298450" algn="l" rtl="0">
              <a:spcBef>
                <a:spcPts val="0"/>
              </a:spcBef>
              <a:spcAft>
                <a:spcPts val="0"/>
              </a:spcAft>
              <a:buClr>
                <a:schemeClr val="dk1"/>
              </a:buClr>
              <a:buSzPts val="1100"/>
              <a:buFont typeface="Arial"/>
              <a:buChar char="●"/>
            </a:pPr>
            <a:r>
              <a:rPr lang="en" sz="1300"/>
              <a:t>Train/Validation/Holdout Test</a:t>
            </a:r>
            <a:endParaRPr sz="1300"/>
          </a:p>
          <a:p>
            <a:pPr marL="457200" lvl="0" indent="-311150" algn="l" rtl="0">
              <a:spcBef>
                <a:spcPts val="0"/>
              </a:spcBef>
              <a:spcAft>
                <a:spcPts val="0"/>
              </a:spcAft>
              <a:buClr>
                <a:schemeClr val="dk1"/>
              </a:buClr>
              <a:buSzPts val="1300"/>
              <a:buFont typeface="Arial"/>
              <a:buChar char="●"/>
            </a:pPr>
            <a:r>
              <a:rPr lang="en" sz="1300"/>
              <a:t>Hyperparameter Tuning</a:t>
            </a:r>
            <a:endParaRPr sz="1300"/>
          </a:p>
          <a:p>
            <a:pPr marL="457200" lvl="0" indent="-311150" algn="l" rtl="0">
              <a:spcBef>
                <a:spcPts val="0"/>
              </a:spcBef>
              <a:spcAft>
                <a:spcPts val="0"/>
              </a:spcAft>
              <a:buClr>
                <a:schemeClr val="dk1"/>
              </a:buClr>
              <a:buSzPts val="1300"/>
              <a:buFont typeface="Arial"/>
              <a:buChar char="●"/>
            </a:pPr>
            <a:r>
              <a:rPr lang="en" sz="1300"/>
              <a:t>5-Fold Grid Search</a:t>
            </a:r>
            <a:endParaRPr sz="1600"/>
          </a:p>
        </p:txBody>
      </p:sp>
      <p:sp>
        <p:nvSpPr>
          <p:cNvPr id="389" name="Google Shape;389;p47"/>
          <p:cNvSpPr txBox="1">
            <a:spLocks noGrp="1"/>
          </p:cNvSpPr>
          <p:nvPr>
            <p:ph type="title"/>
          </p:nvPr>
        </p:nvSpPr>
        <p:spPr>
          <a:xfrm>
            <a:off x="1470900" y="476534"/>
            <a:ext cx="6202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Model Selection Approach</a:t>
            </a:r>
            <a:endParaRPr/>
          </a:p>
        </p:txBody>
      </p:sp>
      <p:pic>
        <p:nvPicPr>
          <p:cNvPr id="390" name="Google Shape;390;p47"/>
          <p:cNvPicPr preferRelativeResize="0"/>
          <p:nvPr/>
        </p:nvPicPr>
        <p:blipFill>
          <a:blip r:embed="rId3">
            <a:alphaModFix/>
          </a:blip>
          <a:stretch>
            <a:fillRect/>
          </a:stretch>
        </p:blipFill>
        <p:spPr>
          <a:xfrm>
            <a:off x="6565000" y="2420825"/>
            <a:ext cx="2405925" cy="1847075"/>
          </a:xfrm>
          <a:prstGeom prst="rect">
            <a:avLst/>
          </a:prstGeom>
          <a:noFill/>
          <a:ln w="12700" cap="flat" cmpd="sng">
            <a:solidFill>
              <a:srgbClr val="000000"/>
            </a:solidFill>
            <a:prstDash val="solid"/>
            <a:miter lim="8000"/>
            <a:headEnd type="none" w="sm" len="sm"/>
            <a:tailEnd type="none" w="sm" len="sm"/>
          </a:ln>
        </p:spPr>
      </p:pic>
      <p:sp>
        <p:nvSpPr>
          <p:cNvPr id="391" name="Google Shape;391;p47"/>
          <p:cNvSpPr txBox="1"/>
          <p:nvPr/>
        </p:nvSpPr>
        <p:spPr>
          <a:xfrm>
            <a:off x="4344147" y="4446925"/>
            <a:ext cx="1882500" cy="356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a:t>Uneven Class Distribution</a:t>
            </a:r>
            <a:endParaRPr sz="800"/>
          </a:p>
        </p:txBody>
      </p:sp>
      <p:pic>
        <p:nvPicPr>
          <p:cNvPr id="392" name="Google Shape;392;p47"/>
          <p:cNvPicPr preferRelativeResize="0"/>
          <p:nvPr/>
        </p:nvPicPr>
        <p:blipFill>
          <a:blip r:embed="rId4">
            <a:alphaModFix/>
          </a:blip>
          <a:stretch>
            <a:fillRect/>
          </a:stretch>
        </p:blipFill>
        <p:spPr>
          <a:xfrm>
            <a:off x="4266550" y="2307974"/>
            <a:ext cx="2037675" cy="2138951"/>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8"/>
          <p:cNvSpPr txBox="1">
            <a:spLocks noGrp="1"/>
          </p:cNvSpPr>
          <p:nvPr>
            <p:ph type="subTitle" idx="1"/>
          </p:nvPr>
        </p:nvSpPr>
        <p:spPr>
          <a:xfrm>
            <a:off x="811600" y="1312075"/>
            <a:ext cx="7628100" cy="32964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Best LGB Hyperparameters</a:t>
            </a:r>
            <a:endParaRPr/>
          </a:p>
          <a:p>
            <a:pPr marL="457200" lvl="0" indent="-311150" algn="l" rtl="0">
              <a:spcBef>
                <a:spcPts val="0"/>
              </a:spcBef>
              <a:spcAft>
                <a:spcPts val="0"/>
              </a:spcAft>
              <a:buClr>
                <a:schemeClr val="dk1"/>
              </a:buClr>
              <a:buSzPts val="1300"/>
              <a:buFont typeface="Arial"/>
              <a:buChar char="●"/>
            </a:pPr>
            <a:r>
              <a:rPr lang="en"/>
              <a:t>Feature fraction: 0.27</a:t>
            </a:r>
            <a:endParaRPr/>
          </a:p>
          <a:p>
            <a:pPr marL="457200" lvl="0" indent="-311150" algn="l" rtl="0">
              <a:spcBef>
                <a:spcPts val="0"/>
              </a:spcBef>
              <a:spcAft>
                <a:spcPts val="0"/>
              </a:spcAft>
              <a:buClr>
                <a:schemeClr val="dk1"/>
              </a:buClr>
              <a:buSzPts val="1300"/>
              <a:buChar char="●"/>
            </a:pPr>
            <a:r>
              <a:rPr lang="en"/>
              <a:t>Min leaf data: 55</a:t>
            </a:r>
            <a:endParaRPr/>
          </a:p>
          <a:p>
            <a:pPr marL="457200" lvl="0" indent="-311150" algn="l" rtl="0">
              <a:spcBef>
                <a:spcPts val="0"/>
              </a:spcBef>
              <a:spcAft>
                <a:spcPts val="0"/>
              </a:spcAft>
              <a:buClr>
                <a:schemeClr val="dk1"/>
              </a:buClr>
              <a:buSzPts val="1300"/>
              <a:buFont typeface="Arial"/>
              <a:buChar char="●"/>
            </a:pPr>
            <a:r>
              <a:rPr lang="en"/>
              <a:t>Max leaves: 53</a:t>
            </a:r>
            <a:endParaRPr sz="1300"/>
          </a:p>
          <a:p>
            <a:pPr marL="457200" lvl="0" indent="-311150" algn="l" rtl="0">
              <a:spcBef>
                <a:spcPts val="0"/>
              </a:spcBef>
              <a:spcAft>
                <a:spcPts val="0"/>
              </a:spcAft>
              <a:buClr>
                <a:schemeClr val="dk1"/>
              </a:buClr>
              <a:buSzPts val="1300"/>
              <a:buFont typeface="Arial"/>
              <a:buChar char="●"/>
            </a:pPr>
            <a:r>
              <a:rPr lang="en"/>
              <a:t>L2 regularization term: 9</a:t>
            </a:r>
            <a:endParaRPr sz="1300"/>
          </a:p>
          <a:p>
            <a:pPr marL="457200" lvl="0" indent="-311150" algn="l" rtl="0">
              <a:spcBef>
                <a:spcPts val="0"/>
              </a:spcBef>
              <a:spcAft>
                <a:spcPts val="0"/>
              </a:spcAft>
              <a:buClr>
                <a:schemeClr val="dk1"/>
              </a:buClr>
              <a:buSzPts val="1300"/>
              <a:buFont typeface="Arial"/>
              <a:buChar char="●"/>
            </a:pPr>
            <a:r>
              <a:rPr lang="en"/>
              <a:t>Classification threshold: 0.19</a:t>
            </a:r>
            <a:endParaRPr/>
          </a:p>
          <a:p>
            <a:pPr marL="0" lvl="0" indent="0" algn="l" rtl="0">
              <a:spcBef>
                <a:spcPts val="0"/>
              </a:spcBef>
              <a:spcAft>
                <a:spcPts val="0"/>
              </a:spcAft>
              <a:buNone/>
            </a:pPr>
            <a:r>
              <a:rPr lang="en"/>
              <a:t>LGB Scoring</a:t>
            </a:r>
            <a:endParaRPr/>
          </a:p>
          <a:p>
            <a:pPr marL="457200" lvl="0" indent="-311150" algn="l" rtl="0">
              <a:spcBef>
                <a:spcPts val="0"/>
              </a:spcBef>
              <a:spcAft>
                <a:spcPts val="0"/>
              </a:spcAft>
              <a:buClr>
                <a:schemeClr val="dk1"/>
              </a:buClr>
              <a:buSzPts val="1300"/>
              <a:buFont typeface="Arial"/>
              <a:buChar char="●"/>
            </a:pPr>
            <a:r>
              <a:rPr lang="en"/>
              <a:t>Accuracy: 0.8433</a:t>
            </a:r>
            <a:endParaRPr/>
          </a:p>
          <a:p>
            <a:pPr marL="457200" lvl="0" indent="-311150" algn="l" rtl="0">
              <a:spcBef>
                <a:spcPts val="0"/>
              </a:spcBef>
              <a:spcAft>
                <a:spcPts val="0"/>
              </a:spcAft>
              <a:buClr>
                <a:schemeClr val="dk1"/>
              </a:buClr>
              <a:buSzPts val="1300"/>
              <a:buChar char="●"/>
            </a:pPr>
            <a:r>
              <a:rPr lang="en"/>
              <a:t>Precision: 0.2541</a:t>
            </a:r>
            <a:endParaRPr sz="1300"/>
          </a:p>
          <a:p>
            <a:pPr marL="457200" lvl="0" indent="-311150" algn="l" rtl="0">
              <a:spcBef>
                <a:spcPts val="0"/>
              </a:spcBef>
              <a:spcAft>
                <a:spcPts val="0"/>
              </a:spcAft>
              <a:buClr>
                <a:schemeClr val="dk1"/>
              </a:buClr>
              <a:buSzPts val="1300"/>
              <a:buFont typeface="Arial"/>
              <a:buChar char="●"/>
            </a:pPr>
            <a:r>
              <a:rPr lang="en"/>
              <a:t>Recall: 0.4859</a:t>
            </a:r>
            <a:endParaRPr sz="1300"/>
          </a:p>
          <a:p>
            <a:pPr marL="457200" lvl="0" indent="-311150" algn="l" rtl="0">
              <a:spcBef>
                <a:spcPts val="0"/>
              </a:spcBef>
              <a:spcAft>
                <a:spcPts val="0"/>
              </a:spcAft>
              <a:buClr>
                <a:schemeClr val="dk1"/>
              </a:buClr>
              <a:buSzPts val="1300"/>
              <a:buFont typeface="Arial"/>
              <a:buChar char="●"/>
            </a:pPr>
            <a:r>
              <a:rPr lang="en"/>
              <a:t>F1 Score: 0.3337</a:t>
            </a:r>
            <a:endParaRPr sz="1300"/>
          </a:p>
          <a:p>
            <a:pPr marL="457200" lvl="0" indent="-311150" algn="l" rtl="0">
              <a:spcBef>
                <a:spcPts val="0"/>
              </a:spcBef>
              <a:spcAft>
                <a:spcPts val="0"/>
              </a:spcAft>
              <a:buClr>
                <a:schemeClr val="dk1"/>
              </a:buClr>
              <a:buSzPts val="1300"/>
              <a:buChar char="●"/>
            </a:pPr>
            <a:r>
              <a:rPr lang="en"/>
              <a:t>F2 Score: 0.4109</a:t>
            </a:r>
            <a:endParaRPr sz="1300"/>
          </a:p>
          <a:p>
            <a:pPr marL="457200" lvl="0" indent="-311150" algn="l" rtl="0">
              <a:spcBef>
                <a:spcPts val="0"/>
              </a:spcBef>
              <a:spcAft>
                <a:spcPts val="0"/>
              </a:spcAft>
              <a:buClr>
                <a:schemeClr val="dk1"/>
              </a:buClr>
              <a:buSzPts val="1300"/>
              <a:buChar char="●"/>
            </a:pPr>
            <a:r>
              <a:rPr lang="en"/>
              <a:t>ROC AUC: 0.7851</a:t>
            </a:r>
            <a:endParaRPr/>
          </a:p>
        </p:txBody>
      </p:sp>
      <p:sp>
        <p:nvSpPr>
          <p:cNvPr id="398" name="Google Shape;398;p48"/>
          <p:cNvSpPr txBox="1">
            <a:spLocks noGrp="1"/>
          </p:cNvSpPr>
          <p:nvPr>
            <p:ph type="title"/>
          </p:nvPr>
        </p:nvSpPr>
        <p:spPr>
          <a:xfrm>
            <a:off x="1470900" y="476534"/>
            <a:ext cx="6202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Final Model: LightGBM</a:t>
            </a:r>
            <a:endParaRPr/>
          </a:p>
          <a:p>
            <a:pPr marL="0" lvl="0" indent="0" algn="ctr" rtl="0">
              <a:spcBef>
                <a:spcPts val="0"/>
              </a:spcBef>
              <a:spcAft>
                <a:spcPts val="0"/>
              </a:spcAft>
              <a:buClr>
                <a:schemeClr val="dk1"/>
              </a:buClr>
              <a:buSzPts val="1100"/>
              <a:buFont typeface="Arial"/>
              <a:buNone/>
            </a:pPr>
            <a:endParaRPr/>
          </a:p>
        </p:txBody>
      </p:sp>
      <p:pic>
        <p:nvPicPr>
          <p:cNvPr id="399" name="Google Shape;399;p48"/>
          <p:cNvPicPr preferRelativeResize="0"/>
          <p:nvPr/>
        </p:nvPicPr>
        <p:blipFill>
          <a:blip r:embed="rId3">
            <a:alphaModFix/>
          </a:blip>
          <a:stretch>
            <a:fillRect/>
          </a:stretch>
        </p:blipFill>
        <p:spPr>
          <a:xfrm>
            <a:off x="3661275" y="1012175"/>
            <a:ext cx="5267400" cy="2979450"/>
          </a:xfrm>
          <a:prstGeom prst="rect">
            <a:avLst/>
          </a:prstGeom>
          <a:noFill/>
          <a:ln>
            <a:noFill/>
          </a:ln>
        </p:spPr>
      </p:pic>
      <p:pic>
        <p:nvPicPr>
          <p:cNvPr id="400" name="Google Shape;400;p48"/>
          <p:cNvPicPr preferRelativeResize="0"/>
          <p:nvPr/>
        </p:nvPicPr>
        <p:blipFill>
          <a:blip r:embed="rId4">
            <a:alphaModFix/>
          </a:blip>
          <a:stretch>
            <a:fillRect/>
          </a:stretch>
        </p:blipFill>
        <p:spPr>
          <a:xfrm>
            <a:off x="3432896" y="3662670"/>
            <a:ext cx="1427775" cy="1436304"/>
          </a:xfrm>
          <a:prstGeom prst="rect">
            <a:avLst/>
          </a:prstGeom>
          <a:noFill/>
          <a:ln>
            <a:noFill/>
          </a:ln>
        </p:spPr>
      </p:pic>
      <p:pic>
        <p:nvPicPr>
          <p:cNvPr id="401" name="Google Shape;401;p48"/>
          <p:cNvPicPr preferRelativeResize="0"/>
          <p:nvPr/>
        </p:nvPicPr>
        <p:blipFill>
          <a:blip r:embed="rId5">
            <a:alphaModFix/>
          </a:blip>
          <a:stretch>
            <a:fillRect/>
          </a:stretch>
        </p:blipFill>
        <p:spPr>
          <a:xfrm>
            <a:off x="7716226" y="3662653"/>
            <a:ext cx="1427775" cy="1436335"/>
          </a:xfrm>
          <a:prstGeom prst="rect">
            <a:avLst/>
          </a:prstGeom>
          <a:noFill/>
          <a:ln>
            <a:noFill/>
          </a:ln>
        </p:spPr>
      </p:pic>
      <p:pic>
        <p:nvPicPr>
          <p:cNvPr id="402" name="Google Shape;402;p48"/>
          <p:cNvPicPr preferRelativeResize="0"/>
          <p:nvPr/>
        </p:nvPicPr>
        <p:blipFill>
          <a:blip r:embed="rId6">
            <a:alphaModFix/>
          </a:blip>
          <a:stretch>
            <a:fillRect/>
          </a:stretch>
        </p:blipFill>
        <p:spPr>
          <a:xfrm>
            <a:off x="6288450" y="3662665"/>
            <a:ext cx="1427775" cy="1436316"/>
          </a:xfrm>
          <a:prstGeom prst="rect">
            <a:avLst/>
          </a:prstGeom>
          <a:noFill/>
          <a:ln>
            <a:noFill/>
          </a:ln>
        </p:spPr>
      </p:pic>
      <p:pic>
        <p:nvPicPr>
          <p:cNvPr id="403" name="Google Shape;403;p48"/>
          <p:cNvPicPr preferRelativeResize="0"/>
          <p:nvPr/>
        </p:nvPicPr>
        <p:blipFill>
          <a:blip r:embed="rId7">
            <a:alphaModFix/>
          </a:blip>
          <a:stretch>
            <a:fillRect/>
          </a:stretch>
        </p:blipFill>
        <p:spPr>
          <a:xfrm>
            <a:off x="4860675" y="3662663"/>
            <a:ext cx="1427772" cy="14363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9"/>
          <p:cNvSpPr txBox="1">
            <a:spLocks noGrp="1"/>
          </p:cNvSpPr>
          <p:nvPr>
            <p:ph type="subTitle" idx="1"/>
          </p:nvPr>
        </p:nvSpPr>
        <p:spPr>
          <a:xfrm>
            <a:off x="811600" y="1165525"/>
            <a:ext cx="7628100" cy="3296400"/>
          </a:xfrm>
          <a:prstGeom prst="rect">
            <a:avLst/>
          </a:prstGeom>
        </p:spPr>
        <p:txBody>
          <a:bodyPr spcFirstLastPara="1" wrap="square" lIns="91425" tIns="0" rIns="91425" bIns="91425" anchor="t" anchorCtr="0">
            <a:noAutofit/>
          </a:bodyPr>
          <a:lstStyle/>
          <a:p>
            <a:pPr marL="457200" lvl="0" indent="-304800" algn="l" rtl="0">
              <a:spcBef>
                <a:spcPts val="0"/>
              </a:spcBef>
              <a:spcAft>
                <a:spcPts val="0"/>
              </a:spcAft>
              <a:buSzPts val="1200"/>
              <a:buChar char="●"/>
            </a:pPr>
            <a:r>
              <a:rPr lang="en" b="1"/>
              <a:t>Demographic parity ratio:</a:t>
            </a:r>
            <a:r>
              <a:rPr lang="en"/>
              <a:t> of 1 means that all groups have the same selection rate.</a:t>
            </a:r>
            <a:endParaRPr/>
          </a:p>
          <a:p>
            <a:pPr marL="457200" lvl="0" indent="-304800" algn="l" rtl="0">
              <a:spcBef>
                <a:spcPts val="0"/>
              </a:spcBef>
              <a:spcAft>
                <a:spcPts val="0"/>
              </a:spcAft>
              <a:buSzPts val="1200"/>
              <a:buChar char="●"/>
            </a:pPr>
            <a:r>
              <a:rPr lang="en" b="1"/>
              <a:t>Equal opportunity ratio:</a:t>
            </a:r>
            <a:r>
              <a:rPr lang="en"/>
              <a:t> of 1 means that all groups have the same true positive rate.</a:t>
            </a:r>
            <a:endParaRPr/>
          </a:p>
          <a:p>
            <a:pPr marL="457200" lvl="0" indent="-304800" algn="l" rtl="0">
              <a:spcBef>
                <a:spcPts val="0"/>
              </a:spcBef>
              <a:spcAft>
                <a:spcPts val="0"/>
              </a:spcAft>
              <a:buSzPts val="1200"/>
              <a:buChar char="●"/>
            </a:pPr>
            <a:r>
              <a:rPr lang="en" b="1"/>
              <a:t>Equalized odds ratio:</a:t>
            </a:r>
            <a:r>
              <a:rPr lang="en"/>
              <a:t> of 1 means that all groups have the same true positive, true negative, false positive, and false negative rates.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457200" lvl="0" indent="0" algn="l" rtl="0">
              <a:spcBef>
                <a:spcPts val="0"/>
              </a:spcBef>
              <a:spcAft>
                <a:spcPts val="0"/>
              </a:spcAft>
              <a:buNone/>
            </a:pPr>
            <a:endParaRPr/>
          </a:p>
          <a:p>
            <a:pPr marL="457200" lvl="0" indent="0" algn="l" rtl="0">
              <a:spcBef>
                <a:spcPts val="0"/>
              </a:spcBef>
              <a:spcAft>
                <a:spcPts val="0"/>
              </a:spcAft>
              <a:buNone/>
            </a:pPr>
            <a:endParaRPr/>
          </a:p>
          <a:p>
            <a:pPr marL="457200" lvl="0" indent="0" algn="l" rtl="0">
              <a:spcBef>
                <a:spcPts val="0"/>
              </a:spcBef>
              <a:spcAft>
                <a:spcPts val="0"/>
              </a:spcAft>
              <a:buNone/>
            </a:pPr>
            <a:endParaRPr/>
          </a:p>
          <a:p>
            <a:pPr marL="457200" lvl="0" indent="0" algn="l" rtl="0">
              <a:spcBef>
                <a:spcPts val="0"/>
              </a:spcBef>
              <a:spcAft>
                <a:spcPts val="0"/>
              </a:spcAft>
              <a:buNone/>
            </a:pPr>
            <a:endParaRPr/>
          </a:p>
          <a:p>
            <a:pPr marL="457200" lvl="0" indent="0" algn="l" rtl="0">
              <a:spcBef>
                <a:spcPts val="0"/>
              </a:spcBef>
              <a:spcAft>
                <a:spcPts val="0"/>
              </a:spcAft>
              <a:buNone/>
            </a:pPr>
            <a:endParaRPr/>
          </a:p>
          <a:p>
            <a:pPr marL="0" lvl="0" indent="0" algn="l" rtl="0">
              <a:spcBef>
                <a:spcPts val="0"/>
              </a:spcBef>
              <a:spcAft>
                <a:spcPts val="0"/>
              </a:spcAft>
              <a:buNone/>
            </a:pPr>
            <a:endParaRPr/>
          </a:p>
          <a:p>
            <a:pPr marL="457200" lvl="0" indent="0" algn="l" rtl="0">
              <a:spcBef>
                <a:spcPts val="0"/>
              </a:spcBef>
              <a:spcAft>
                <a:spcPts val="0"/>
              </a:spcAft>
              <a:buNone/>
            </a:pPr>
            <a:endParaRPr/>
          </a:p>
          <a:p>
            <a:pPr marL="457200" lvl="0" indent="0" algn="l" rtl="0">
              <a:spcBef>
                <a:spcPts val="0"/>
              </a:spcBef>
              <a:spcAft>
                <a:spcPts val="0"/>
              </a:spcAft>
              <a:buNone/>
            </a:pPr>
            <a:r>
              <a:rPr lang="en"/>
              <a:t>The model is clearly biased, one or more groups are never receiving a positive prediction and never being predicted correctly. However, removing the protected classes barely harmed our metrics. Resulted in CV roc auc scores of: 0.782</a:t>
            </a:r>
            <a:endParaRPr/>
          </a:p>
        </p:txBody>
      </p:sp>
      <p:sp>
        <p:nvSpPr>
          <p:cNvPr id="409" name="Google Shape;409;p49"/>
          <p:cNvSpPr txBox="1">
            <a:spLocks noGrp="1"/>
          </p:cNvSpPr>
          <p:nvPr>
            <p:ph type="title"/>
          </p:nvPr>
        </p:nvSpPr>
        <p:spPr>
          <a:xfrm>
            <a:off x="1470900" y="476534"/>
            <a:ext cx="6202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Ethical Considerations</a:t>
            </a:r>
            <a:endParaRPr/>
          </a:p>
        </p:txBody>
      </p:sp>
      <p:pic>
        <p:nvPicPr>
          <p:cNvPr id="410" name="Google Shape;410;p49"/>
          <p:cNvPicPr preferRelativeResize="0"/>
          <p:nvPr/>
        </p:nvPicPr>
        <p:blipFill rotWithShape="1">
          <a:blip r:embed="rId3">
            <a:alphaModFix/>
          </a:blip>
          <a:srcRect l="2940"/>
          <a:stretch/>
        </p:blipFill>
        <p:spPr>
          <a:xfrm>
            <a:off x="693925" y="2091375"/>
            <a:ext cx="7756150" cy="1638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50"/>
          <p:cNvSpPr txBox="1">
            <a:spLocks noGrp="1"/>
          </p:cNvSpPr>
          <p:nvPr>
            <p:ph type="subTitle" idx="1"/>
          </p:nvPr>
        </p:nvSpPr>
        <p:spPr>
          <a:xfrm>
            <a:off x="811600" y="1312075"/>
            <a:ext cx="7628100" cy="3212400"/>
          </a:xfrm>
          <a:prstGeom prst="rect">
            <a:avLst/>
          </a:prstGeom>
        </p:spPr>
        <p:txBody>
          <a:bodyPr spcFirstLastPara="1" wrap="square" lIns="91425" tIns="0" rIns="91425" bIns="91425" anchor="t" anchorCtr="0">
            <a:noAutofit/>
          </a:bodyPr>
          <a:lstStyle/>
          <a:p>
            <a:pPr marL="0" lvl="0" indent="0" algn="l" rtl="0">
              <a:spcBef>
                <a:spcPts val="0"/>
              </a:spcBef>
              <a:spcAft>
                <a:spcPts val="0"/>
              </a:spcAft>
              <a:buClr>
                <a:schemeClr val="dk1"/>
              </a:buClr>
              <a:buSzPts val="1100"/>
              <a:buFont typeface="Arial"/>
              <a:buNone/>
            </a:pPr>
            <a:r>
              <a:rPr lang="en" sz="1500" b="1"/>
              <a:t>Class Imbalance: </a:t>
            </a:r>
            <a:r>
              <a:rPr lang="en" sz="1500"/>
              <a:t>Low F-score due to under-prediction of minority class (defaulters)</a:t>
            </a:r>
            <a:endParaRPr sz="1500"/>
          </a:p>
          <a:p>
            <a:pPr marL="0" lvl="0" indent="0" algn="l" rtl="0">
              <a:spcBef>
                <a:spcPts val="0"/>
              </a:spcBef>
              <a:spcAft>
                <a:spcPts val="0"/>
              </a:spcAft>
              <a:buClr>
                <a:schemeClr val="dk1"/>
              </a:buClr>
              <a:buSzPts val="1100"/>
              <a:buFont typeface="Arial"/>
              <a:buNone/>
            </a:pPr>
            <a:endParaRPr sz="1500" b="1"/>
          </a:p>
          <a:p>
            <a:pPr marL="0" lvl="0" indent="0" algn="l" rtl="0">
              <a:spcBef>
                <a:spcPts val="0"/>
              </a:spcBef>
              <a:spcAft>
                <a:spcPts val="0"/>
              </a:spcAft>
              <a:buClr>
                <a:schemeClr val="dk1"/>
              </a:buClr>
              <a:buSzPts val="1100"/>
              <a:buFont typeface="Arial"/>
              <a:buNone/>
            </a:pPr>
            <a:r>
              <a:rPr lang="en" sz="1500" b="1"/>
              <a:t>Fairness Concerns: </a:t>
            </a:r>
            <a:r>
              <a:rPr lang="en" sz="1500"/>
              <a:t>Risk of bias remains; protected classes removed from model, but proxy variables may still impact fairness.</a:t>
            </a:r>
            <a:endParaRPr sz="1500"/>
          </a:p>
          <a:p>
            <a:pPr marL="0" lvl="0" indent="0" algn="l" rtl="0">
              <a:spcBef>
                <a:spcPts val="0"/>
              </a:spcBef>
              <a:spcAft>
                <a:spcPts val="0"/>
              </a:spcAft>
              <a:buClr>
                <a:schemeClr val="dk1"/>
              </a:buClr>
              <a:buSzPts val="1100"/>
              <a:buFont typeface="Arial"/>
              <a:buNone/>
            </a:pPr>
            <a:endParaRPr sz="1500" b="1"/>
          </a:p>
          <a:p>
            <a:pPr marL="0" lvl="0" indent="0" algn="l" rtl="0">
              <a:spcBef>
                <a:spcPts val="0"/>
              </a:spcBef>
              <a:spcAft>
                <a:spcPts val="0"/>
              </a:spcAft>
              <a:buClr>
                <a:schemeClr val="dk1"/>
              </a:buClr>
              <a:buSzPts val="1100"/>
              <a:buFont typeface="Arial"/>
              <a:buNone/>
            </a:pPr>
            <a:r>
              <a:rPr lang="en" sz="1500" b="1"/>
              <a:t>High ROC-AUC: </a:t>
            </a:r>
            <a:r>
              <a:rPr lang="en" sz="1500"/>
              <a:t>Strong overall ranking of applicants' repayment probability</a:t>
            </a:r>
            <a:endParaRPr sz="1500"/>
          </a:p>
          <a:p>
            <a:pPr marL="0" lvl="0" indent="0" algn="l" rtl="0">
              <a:spcBef>
                <a:spcPts val="0"/>
              </a:spcBef>
              <a:spcAft>
                <a:spcPts val="0"/>
              </a:spcAft>
              <a:buClr>
                <a:schemeClr val="dk1"/>
              </a:buClr>
              <a:buSzPts val="1100"/>
              <a:buFont typeface="Arial"/>
              <a:buNone/>
            </a:pPr>
            <a:endParaRPr sz="1500" b="1"/>
          </a:p>
          <a:p>
            <a:pPr marL="0" lvl="0" indent="0" algn="l" rtl="0">
              <a:spcBef>
                <a:spcPts val="0"/>
              </a:spcBef>
              <a:spcAft>
                <a:spcPts val="0"/>
              </a:spcAft>
              <a:buNone/>
            </a:pPr>
            <a:r>
              <a:rPr lang="en" sz="1500" b="1"/>
              <a:t>Optimized F-score: </a:t>
            </a:r>
            <a:r>
              <a:rPr lang="en" sz="1500"/>
              <a:t>Balances false positives and false negatives, supporting risk management in loan decisions.</a:t>
            </a:r>
            <a:endParaRPr sz="1500"/>
          </a:p>
          <a:p>
            <a:pPr marL="0" lvl="0" indent="0" algn="l" rtl="0">
              <a:spcBef>
                <a:spcPts val="0"/>
              </a:spcBef>
              <a:spcAft>
                <a:spcPts val="0"/>
              </a:spcAft>
              <a:buNone/>
            </a:pPr>
            <a:endParaRPr sz="1500"/>
          </a:p>
          <a:p>
            <a:pPr marL="0" lvl="0" indent="0" algn="l" rtl="0">
              <a:spcBef>
                <a:spcPts val="0"/>
              </a:spcBef>
              <a:spcAft>
                <a:spcPts val="0"/>
              </a:spcAft>
              <a:buClr>
                <a:schemeClr val="dk1"/>
              </a:buClr>
              <a:buSzPts val="1100"/>
              <a:buFont typeface="Arial"/>
              <a:buNone/>
            </a:pPr>
            <a:r>
              <a:rPr lang="en" sz="1500" b="1"/>
              <a:t>Takeaways: </a:t>
            </a:r>
            <a:endParaRPr sz="1500" b="1"/>
          </a:p>
          <a:p>
            <a:pPr marL="457200" lvl="0" indent="-311150" algn="l" rtl="0">
              <a:spcBef>
                <a:spcPts val="0"/>
              </a:spcBef>
              <a:spcAft>
                <a:spcPts val="0"/>
              </a:spcAft>
              <a:buSzPts val="1300"/>
              <a:buChar char="●"/>
            </a:pPr>
            <a:r>
              <a:rPr lang="en" sz="1500"/>
              <a:t>Rank loan applicants by repayment probability </a:t>
            </a:r>
            <a:endParaRPr sz="1500"/>
          </a:p>
          <a:p>
            <a:pPr marL="457200" lvl="0" indent="-311150" algn="l" rtl="0">
              <a:spcBef>
                <a:spcPts val="0"/>
              </a:spcBef>
              <a:spcAft>
                <a:spcPts val="0"/>
              </a:spcAft>
              <a:buSzPts val="1300"/>
              <a:buChar char="●"/>
            </a:pPr>
            <a:r>
              <a:rPr lang="en" sz="1500"/>
              <a:t>Flag high-risk applicants for further review</a:t>
            </a:r>
            <a:endParaRPr sz="1500"/>
          </a:p>
          <a:p>
            <a:pPr marL="457200" lvl="0" indent="-311150" algn="l" rtl="0">
              <a:spcBef>
                <a:spcPts val="0"/>
              </a:spcBef>
              <a:spcAft>
                <a:spcPts val="0"/>
              </a:spcAft>
              <a:buSzPts val="1300"/>
              <a:buChar char="●"/>
            </a:pPr>
            <a:r>
              <a:rPr lang="en" sz="1500"/>
              <a:t>Optimize loan approval decisions to balance risk</a:t>
            </a:r>
            <a:endParaRPr sz="1500"/>
          </a:p>
          <a:p>
            <a:pPr marL="0" lvl="0" indent="0" algn="l" rtl="0">
              <a:spcBef>
                <a:spcPts val="0"/>
              </a:spcBef>
              <a:spcAft>
                <a:spcPts val="0"/>
              </a:spcAft>
              <a:buNone/>
            </a:pPr>
            <a:endParaRPr sz="1500" b="1"/>
          </a:p>
        </p:txBody>
      </p:sp>
      <p:sp>
        <p:nvSpPr>
          <p:cNvPr id="416" name="Google Shape;416;p50"/>
          <p:cNvSpPr txBox="1">
            <a:spLocks noGrp="1"/>
          </p:cNvSpPr>
          <p:nvPr>
            <p:ph type="title"/>
          </p:nvPr>
        </p:nvSpPr>
        <p:spPr>
          <a:xfrm>
            <a:off x="1470900" y="476534"/>
            <a:ext cx="6202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Conclusion &amp; Next Steps</a:t>
            </a:r>
            <a:endParaRPr/>
          </a:p>
        </p:txBody>
      </p:sp>
    </p:spTree>
  </p:cSld>
  <p:clrMapOvr>
    <a:masterClrMapping/>
  </p:clrMapOvr>
</p:sld>
</file>

<file path=ppt/theme/theme1.xml><?xml version="1.0" encoding="utf-8"?>
<a:theme xmlns:a="http://schemas.openxmlformats.org/drawingml/2006/main" name="Macari Company Profile by Slidesgo">
  <a:themeElements>
    <a:clrScheme name="Simple Light">
      <a:dk1>
        <a:srgbClr val="000000"/>
      </a:dk1>
      <a:lt1>
        <a:srgbClr val="FFFFFF"/>
      </a:lt1>
      <a:dk2>
        <a:srgbClr val="595959"/>
      </a:dk2>
      <a:lt2>
        <a:srgbClr val="D9D9D9"/>
      </a:lt2>
      <a:accent1>
        <a:srgbClr val="FD0000"/>
      </a:accent1>
      <a:accent2>
        <a:srgbClr val="F5F5F5"/>
      </a:accent2>
      <a:accent3>
        <a:srgbClr val="BBBBBB"/>
      </a:accent3>
      <a:accent4>
        <a:srgbClr val="000000"/>
      </a:accent4>
      <a:accent5>
        <a:srgbClr val="FD0000"/>
      </a:accent5>
      <a:accent6>
        <a:srgbClr val="FF8D8D"/>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1281</Words>
  <Application>Microsoft Office PowerPoint</Application>
  <PresentationFormat>On-screen Show (16:9)</PresentationFormat>
  <Paragraphs>162</Paragraphs>
  <Slides>13</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Josefin Sans</vt:lpstr>
      <vt:lpstr>Fira Sans Extra Condensed Medium</vt:lpstr>
      <vt:lpstr>Josefin Sans Light</vt:lpstr>
      <vt:lpstr>Josefin Sans Medium</vt:lpstr>
      <vt:lpstr>Roboto Condensed Light</vt:lpstr>
      <vt:lpstr>Arial</vt:lpstr>
      <vt:lpstr>Open Sans</vt:lpstr>
      <vt:lpstr>Josefin Sans SemiBold</vt:lpstr>
      <vt:lpstr>Macari Company Profile by Slidesgo</vt:lpstr>
      <vt:lpstr>Home Credit Default Risk Analysis </vt:lpstr>
      <vt:lpstr>Goal &amp; Home Credit Data</vt:lpstr>
      <vt:lpstr>Data Cleaning</vt:lpstr>
      <vt:lpstr>Feature Select &amp; Engineering</vt:lpstr>
      <vt:lpstr>Feature Select &amp; Engineering </vt:lpstr>
      <vt:lpstr>Logistic Regression</vt:lpstr>
      <vt:lpstr>Support Vector Classifier (SVC)</vt:lpstr>
      <vt:lpstr>Linear Discriminant Analysis</vt:lpstr>
      <vt:lpstr>Gradient Boosted Trees (LGB)</vt:lpstr>
      <vt:lpstr>Model Selection Approach</vt:lpstr>
      <vt:lpstr>Final Model: LightGBM </vt:lpstr>
      <vt:lpstr>Ethical Considerations</vt:lpstr>
      <vt:lpstr>Conclusion &amp;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Jenna Chan</cp:lastModifiedBy>
  <cp:revision>1</cp:revision>
  <dcterms:modified xsi:type="dcterms:W3CDTF">2026-01-29T03:17:49Z</dcterms:modified>
</cp:coreProperties>
</file>