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
  </p:notesMasterIdLst>
  <p:sldIdLst>
    <p:sldId id="256" r:id="rId2"/>
  </p:sldIdLst>
  <p:sldSz cx="43891200" cy="31089600"/>
  <p:notesSz cx="7004050" cy="9290050"/>
  <p:embeddedFontLst>
    <p:embeddedFont>
      <p:font typeface="Lora" pitchFamily="2" charset="0"/>
      <p:regular r:id="rId4"/>
      <p:bold r:id="rId5"/>
      <p:italic r:id="rId6"/>
      <p:boldItalic r:id="rId7"/>
    </p:embeddedFont>
    <p:embeddedFont>
      <p:font typeface="Nunito" pitchFamily="2"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792">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 d="100"/>
          <a:sy n="13" d="100"/>
        </p:scale>
        <p:origin x="1452" y="88"/>
      </p:cViewPr>
      <p:guideLst>
        <p:guide orient="horz" pos="9792"/>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5300" cy="46513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67163" y="0"/>
            <a:ext cx="3035300" cy="46513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89050" y="1162050"/>
            <a:ext cx="4425950" cy="31353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0088" y="4470400"/>
            <a:ext cx="5603875" cy="36591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4913"/>
            <a:ext cx="3035300" cy="46513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67163" y="8824913"/>
            <a:ext cx="3035300" cy="46513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a:spLocks noGrp="1" noRot="1" noChangeAspect="1"/>
          </p:cNvSpPr>
          <p:nvPr>
            <p:ph type="sldImg" idx="2"/>
          </p:nvPr>
        </p:nvSpPr>
        <p:spPr>
          <a:xfrm>
            <a:off x="1289050" y="1162050"/>
            <a:ext cx="4425950" cy="31353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1:notes"/>
          <p:cNvSpPr txBox="1">
            <a:spLocks noGrp="1"/>
          </p:cNvSpPr>
          <p:nvPr>
            <p:ph type="body" idx="1"/>
          </p:nvPr>
        </p:nvSpPr>
        <p:spPr>
          <a:xfrm>
            <a:off x="700088" y="4470400"/>
            <a:ext cx="5603875" cy="36591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5"/>
        <p:cNvGrpSpPr/>
        <p:nvPr/>
      </p:nvGrpSpPr>
      <p:grpSpPr>
        <a:xfrm>
          <a:off x="0" y="0"/>
          <a:ext cx="0" cy="0"/>
          <a:chOff x="0" y="0"/>
          <a:chExt cx="0" cy="0"/>
        </a:xfrm>
      </p:grpSpPr>
      <p:sp>
        <p:nvSpPr>
          <p:cNvPr id="16" name="Google Shape;16;p2"/>
          <p:cNvSpPr/>
          <p:nvPr/>
        </p:nvSpPr>
        <p:spPr>
          <a:xfrm>
            <a:off x="43159680" y="0"/>
            <a:ext cx="731520" cy="31089600"/>
          </a:xfrm>
          <a:prstGeom prst="rect">
            <a:avLst/>
          </a:prstGeom>
          <a:solidFill>
            <a:srgbClr val="E5ECA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6399"/>
              <a:buFont typeface="Arial"/>
              <a:buNone/>
            </a:pPr>
            <a:endParaRPr sz="6399" b="0" i="0" u="none" strike="noStrike" cap="none">
              <a:solidFill>
                <a:schemeClr val="lt1"/>
              </a:solidFill>
              <a:latin typeface="Calibri"/>
              <a:ea typeface="Calibri"/>
              <a:cs typeface="Calibri"/>
              <a:sym typeface="Calibri"/>
            </a:endParaRPr>
          </a:p>
        </p:txBody>
      </p:sp>
      <p:sp>
        <p:nvSpPr>
          <p:cNvPr id="17" name="Google Shape;17;p2"/>
          <p:cNvSpPr/>
          <p:nvPr/>
        </p:nvSpPr>
        <p:spPr>
          <a:xfrm>
            <a:off x="-3" y="0"/>
            <a:ext cx="731520" cy="31089600"/>
          </a:xfrm>
          <a:prstGeom prst="rect">
            <a:avLst/>
          </a:prstGeom>
          <a:solidFill>
            <a:srgbClr val="E5ECA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6399"/>
              <a:buFont typeface="Arial"/>
              <a:buNone/>
            </a:pPr>
            <a:endParaRPr sz="6399" b="0" i="0" u="none" strike="noStrike" cap="none">
              <a:solidFill>
                <a:schemeClr val="lt1"/>
              </a:solidFill>
              <a:latin typeface="Calibri"/>
              <a:ea typeface="Calibri"/>
              <a:cs typeface="Calibri"/>
              <a:sym typeface="Calibri"/>
            </a:endParaRPr>
          </a:p>
        </p:txBody>
      </p:sp>
      <p:sp>
        <p:nvSpPr>
          <p:cNvPr id="18" name="Google Shape;18;p2"/>
          <p:cNvSpPr/>
          <p:nvPr/>
        </p:nvSpPr>
        <p:spPr>
          <a:xfrm>
            <a:off x="0" y="0"/>
            <a:ext cx="43891200" cy="3886200"/>
          </a:xfrm>
          <a:prstGeom prst="rect">
            <a:avLst/>
          </a:prstGeom>
          <a:solidFill>
            <a:srgbClr val="3F762A"/>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6399"/>
              <a:buFont typeface="Arial"/>
              <a:buNone/>
            </a:pPr>
            <a:endParaRPr sz="6399" b="0" i="0" u="none" strike="noStrike" cap="none">
              <a:solidFill>
                <a:schemeClr val="lt1"/>
              </a:solidFill>
              <a:latin typeface="Calibri"/>
              <a:ea typeface="Calibri"/>
              <a:cs typeface="Calibri"/>
              <a:sym typeface="Calibri"/>
            </a:endParaRPr>
          </a:p>
        </p:txBody>
      </p:sp>
      <p:sp>
        <p:nvSpPr>
          <p:cNvPr id="19" name="Google Shape;19;p2"/>
          <p:cNvSpPr/>
          <p:nvPr/>
        </p:nvSpPr>
        <p:spPr>
          <a:xfrm>
            <a:off x="0" y="27203400"/>
            <a:ext cx="43891200" cy="3886200"/>
          </a:xfrm>
          <a:prstGeom prst="rect">
            <a:avLst/>
          </a:prstGeom>
          <a:solidFill>
            <a:srgbClr val="B6E0A6"/>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6399"/>
              <a:buFont typeface="Arial"/>
              <a:buNone/>
            </a:pPr>
            <a:endParaRPr sz="6399" b="0" i="0" u="none" strike="noStrike" cap="none">
              <a:solidFill>
                <a:schemeClr val="lt1"/>
              </a:solidFill>
              <a:latin typeface="Calibri"/>
              <a:ea typeface="Calibri"/>
              <a:cs typeface="Calibri"/>
              <a:sym typeface="Calibri"/>
            </a:endParaRPr>
          </a:p>
        </p:txBody>
      </p:sp>
      <p:grpSp>
        <p:nvGrpSpPr>
          <p:cNvPr id="20" name="Google Shape;20;p2"/>
          <p:cNvGrpSpPr/>
          <p:nvPr/>
        </p:nvGrpSpPr>
        <p:grpSpPr>
          <a:xfrm>
            <a:off x="7033289" y="-1187449"/>
            <a:ext cx="29600676" cy="33723445"/>
            <a:chOff x="7033287" y="-1257300"/>
            <a:chExt cx="29600676" cy="35707179"/>
          </a:xfrm>
        </p:grpSpPr>
        <p:sp>
          <p:nvSpPr>
            <p:cNvPr id="21" name="Google Shape;21;p2"/>
            <p:cNvSpPr txBox="1"/>
            <p:nvPr/>
          </p:nvSpPr>
          <p:spPr>
            <a:xfrm>
              <a:off x="7033287" y="-1247269"/>
              <a:ext cx="3311676" cy="114044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399"/>
                <a:buFont typeface="Arial"/>
                <a:buNone/>
              </a:pPr>
              <a:r>
                <a:rPr lang="en-US" sz="6399" b="0" i="0" u="none" strike="noStrike" cap="none">
                  <a:solidFill>
                    <a:srgbClr val="7F7F7F"/>
                  </a:solidFill>
                  <a:latin typeface="Calibri"/>
                  <a:ea typeface="Calibri"/>
                  <a:cs typeface="Calibri"/>
                  <a:sym typeface="Calibri"/>
                </a:rPr>
                <a:t>Fold here</a:t>
              </a:r>
              <a:endParaRPr sz="1400" b="0" i="0" u="none" strike="noStrike" cap="none">
                <a:solidFill>
                  <a:srgbClr val="000000"/>
                </a:solidFill>
                <a:latin typeface="Arial"/>
                <a:ea typeface="Arial"/>
                <a:cs typeface="Arial"/>
                <a:sym typeface="Arial"/>
              </a:endParaRPr>
            </a:p>
          </p:txBody>
        </p:sp>
        <p:cxnSp>
          <p:nvCxnSpPr>
            <p:cNvPr id="22" name="Google Shape;22;p2"/>
            <p:cNvCxnSpPr/>
            <p:nvPr/>
          </p:nvCxnSpPr>
          <p:spPr>
            <a:xfrm>
              <a:off x="10972800" y="-1257300"/>
              <a:ext cx="0" cy="1097280"/>
            </a:xfrm>
            <a:prstGeom prst="straightConnector1">
              <a:avLst/>
            </a:prstGeom>
            <a:noFill/>
            <a:ln w="63500" cap="flat" cmpd="sng">
              <a:solidFill>
                <a:srgbClr val="7F7F7F"/>
              </a:solidFill>
              <a:prstDash val="solid"/>
              <a:miter lim="800000"/>
              <a:headEnd type="none" w="sm" len="sm"/>
              <a:tailEnd type="stealth" w="med" len="med"/>
            </a:ln>
          </p:spPr>
        </p:cxnSp>
        <p:sp>
          <p:nvSpPr>
            <p:cNvPr id="23" name="Google Shape;23;p2"/>
            <p:cNvSpPr txBox="1"/>
            <p:nvPr/>
          </p:nvSpPr>
          <p:spPr>
            <a:xfrm>
              <a:off x="33322287" y="-1247269"/>
              <a:ext cx="3311676" cy="114044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399"/>
                <a:buFont typeface="Arial"/>
                <a:buNone/>
              </a:pPr>
              <a:r>
                <a:rPr lang="en-US" sz="6399" b="0" i="0" u="none" strike="noStrike" cap="none">
                  <a:solidFill>
                    <a:srgbClr val="7F7F7F"/>
                  </a:solidFill>
                  <a:latin typeface="Calibri"/>
                  <a:ea typeface="Calibri"/>
                  <a:cs typeface="Calibri"/>
                  <a:sym typeface="Calibri"/>
                </a:rPr>
                <a:t>Fold here</a:t>
              </a:r>
              <a:endParaRPr sz="1400" b="0" i="0" u="none" strike="noStrike" cap="none">
                <a:solidFill>
                  <a:srgbClr val="000000"/>
                </a:solidFill>
                <a:latin typeface="Arial"/>
                <a:ea typeface="Arial"/>
                <a:cs typeface="Arial"/>
                <a:sym typeface="Arial"/>
              </a:endParaRPr>
            </a:p>
          </p:txBody>
        </p:sp>
        <p:cxnSp>
          <p:nvCxnSpPr>
            <p:cNvPr id="24" name="Google Shape;24;p2"/>
            <p:cNvCxnSpPr/>
            <p:nvPr/>
          </p:nvCxnSpPr>
          <p:spPr>
            <a:xfrm>
              <a:off x="32918400" y="-1257300"/>
              <a:ext cx="0" cy="1097280"/>
            </a:xfrm>
            <a:prstGeom prst="straightConnector1">
              <a:avLst/>
            </a:prstGeom>
            <a:noFill/>
            <a:ln w="63500" cap="flat" cmpd="sng">
              <a:solidFill>
                <a:srgbClr val="7F7F7F"/>
              </a:solidFill>
              <a:prstDash val="solid"/>
              <a:miter lim="800000"/>
              <a:headEnd type="none" w="sm" len="sm"/>
              <a:tailEnd type="stealth" w="med" len="med"/>
            </a:ln>
          </p:spPr>
        </p:cxnSp>
        <p:sp>
          <p:nvSpPr>
            <p:cNvPr id="25" name="Google Shape;25;p2"/>
            <p:cNvSpPr txBox="1"/>
            <p:nvPr/>
          </p:nvSpPr>
          <p:spPr>
            <a:xfrm>
              <a:off x="7033287" y="33309431"/>
              <a:ext cx="3311676" cy="114044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399"/>
                <a:buFont typeface="Arial"/>
                <a:buNone/>
              </a:pPr>
              <a:r>
                <a:rPr lang="en-US" sz="6399" b="0" i="0" u="none" strike="noStrike" cap="none">
                  <a:solidFill>
                    <a:srgbClr val="7F7F7F"/>
                  </a:solidFill>
                  <a:latin typeface="Calibri"/>
                  <a:ea typeface="Calibri"/>
                  <a:cs typeface="Calibri"/>
                  <a:sym typeface="Calibri"/>
                </a:rPr>
                <a:t>Fold here</a:t>
              </a:r>
              <a:endParaRPr sz="1400" b="0" i="0" u="none" strike="noStrike" cap="none">
                <a:solidFill>
                  <a:srgbClr val="000000"/>
                </a:solidFill>
                <a:latin typeface="Arial"/>
                <a:ea typeface="Arial"/>
                <a:cs typeface="Arial"/>
                <a:sym typeface="Arial"/>
              </a:endParaRPr>
            </a:p>
          </p:txBody>
        </p:sp>
        <p:cxnSp>
          <p:nvCxnSpPr>
            <p:cNvPr id="26" name="Google Shape;26;p2"/>
            <p:cNvCxnSpPr/>
            <p:nvPr/>
          </p:nvCxnSpPr>
          <p:spPr>
            <a:xfrm>
              <a:off x="10972800" y="33299400"/>
              <a:ext cx="0" cy="1097280"/>
            </a:xfrm>
            <a:prstGeom prst="straightConnector1">
              <a:avLst/>
            </a:prstGeom>
            <a:noFill/>
            <a:ln w="63500" cap="flat" cmpd="sng">
              <a:solidFill>
                <a:srgbClr val="7F7F7F"/>
              </a:solidFill>
              <a:prstDash val="solid"/>
              <a:miter lim="800000"/>
              <a:headEnd type="stealth" w="med" len="med"/>
              <a:tailEnd type="none" w="sm" len="sm"/>
            </a:ln>
          </p:spPr>
        </p:cxnSp>
        <p:sp>
          <p:nvSpPr>
            <p:cNvPr id="27" name="Google Shape;27;p2"/>
            <p:cNvSpPr txBox="1"/>
            <p:nvPr/>
          </p:nvSpPr>
          <p:spPr>
            <a:xfrm>
              <a:off x="33322287" y="33309431"/>
              <a:ext cx="3311676" cy="114044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399"/>
                <a:buFont typeface="Arial"/>
                <a:buNone/>
              </a:pPr>
              <a:r>
                <a:rPr lang="en-US" sz="6399" b="0" i="0" u="none" strike="noStrike" cap="none">
                  <a:solidFill>
                    <a:srgbClr val="7F7F7F"/>
                  </a:solidFill>
                  <a:latin typeface="Calibri"/>
                  <a:ea typeface="Calibri"/>
                  <a:cs typeface="Calibri"/>
                  <a:sym typeface="Calibri"/>
                </a:rPr>
                <a:t>Fold here</a:t>
              </a:r>
              <a:endParaRPr sz="1400" b="0" i="0" u="none" strike="noStrike" cap="none">
                <a:solidFill>
                  <a:srgbClr val="000000"/>
                </a:solidFill>
                <a:latin typeface="Arial"/>
                <a:ea typeface="Arial"/>
                <a:cs typeface="Arial"/>
                <a:sym typeface="Arial"/>
              </a:endParaRPr>
            </a:p>
          </p:txBody>
        </p:sp>
        <p:cxnSp>
          <p:nvCxnSpPr>
            <p:cNvPr id="28" name="Google Shape;28;p2"/>
            <p:cNvCxnSpPr/>
            <p:nvPr/>
          </p:nvCxnSpPr>
          <p:spPr>
            <a:xfrm>
              <a:off x="32918400" y="33299400"/>
              <a:ext cx="0" cy="1097280"/>
            </a:xfrm>
            <a:prstGeom prst="straightConnector1">
              <a:avLst/>
            </a:prstGeom>
            <a:noFill/>
            <a:ln w="63500" cap="flat" cmpd="sng">
              <a:solidFill>
                <a:srgbClr val="7F7F7F"/>
              </a:solidFill>
              <a:prstDash val="solid"/>
              <a:miter lim="800000"/>
              <a:headEnd type="stealth" w="med" len="med"/>
              <a:tailEnd type="none" w="sm" len="sm"/>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3"/>
          <p:cNvSpPr txBox="1">
            <a:spLocks noGrp="1"/>
          </p:cNvSpPr>
          <p:nvPr>
            <p:ph type="ctrTitle"/>
          </p:nvPr>
        </p:nvSpPr>
        <p:spPr>
          <a:xfrm>
            <a:off x="3291840" y="5088045"/>
            <a:ext cx="37307520" cy="1082378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7200"/>
              <a:buFont typeface="Calibri"/>
              <a:buNone/>
              <a:defRPr sz="2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
          <p:cNvSpPr txBox="1">
            <a:spLocks noGrp="1"/>
          </p:cNvSpPr>
          <p:nvPr>
            <p:ph type="subTitle" idx="1"/>
          </p:nvPr>
        </p:nvSpPr>
        <p:spPr>
          <a:xfrm>
            <a:off x="5486400" y="16329239"/>
            <a:ext cx="32918400" cy="750612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533"/>
              </a:spcBef>
              <a:spcAft>
                <a:spcPts val="0"/>
              </a:spcAft>
              <a:buClr>
                <a:schemeClr val="dk1"/>
              </a:buClr>
              <a:buSzPts val="10880"/>
              <a:buNone/>
              <a:defRPr sz="10880"/>
            </a:lvl1pPr>
            <a:lvl2pPr lvl="1" algn="ctr">
              <a:lnSpc>
                <a:spcPct val="90000"/>
              </a:lnSpc>
              <a:spcBef>
                <a:spcPts val="2267"/>
              </a:spcBef>
              <a:spcAft>
                <a:spcPts val="0"/>
              </a:spcAft>
              <a:buClr>
                <a:schemeClr val="dk1"/>
              </a:buClr>
              <a:buSzPts val="9067"/>
              <a:buNone/>
              <a:defRPr sz="9067"/>
            </a:lvl2pPr>
            <a:lvl3pPr lvl="2" algn="ctr">
              <a:lnSpc>
                <a:spcPct val="90000"/>
              </a:lnSpc>
              <a:spcBef>
                <a:spcPts val="2267"/>
              </a:spcBef>
              <a:spcAft>
                <a:spcPts val="0"/>
              </a:spcAft>
              <a:buClr>
                <a:schemeClr val="dk1"/>
              </a:buClr>
              <a:buSzPts val="8160"/>
              <a:buNone/>
              <a:defRPr sz="8160"/>
            </a:lvl3pPr>
            <a:lvl4pPr lvl="3" algn="ctr">
              <a:lnSpc>
                <a:spcPct val="90000"/>
              </a:lnSpc>
              <a:spcBef>
                <a:spcPts val="2267"/>
              </a:spcBef>
              <a:spcAft>
                <a:spcPts val="0"/>
              </a:spcAft>
              <a:buClr>
                <a:schemeClr val="dk1"/>
              </a:buClr>
              <a:buSzPts val="7253"/>
              <a:buNone/>
              <a:defRPr sz="7253"/>
            </a:lvl4pPr>
            <a:lvl5pPr lvl="4" algn="ctr">
              <a:lnSpc>
                <a:spcPct val="90000"/>
              </a:lnSpc>
              <a:spcBef>
                <a:spcPts val="2267"/>
              </a:spcBef>
              <a:spcAft>
                <a:spcPts val="0"/>
              </a:spcAft>
              <a:buClr>
                <a:schemeClr val="dk1"/>
              </a:buClr>
              <a:buSzPts val="7253"/>
              <a:buNone/>
              <a:defRPr sz="7253"/>
            </a:lvl5pPr>
            <a:lvl6pPr lvl="5" algn="ctr">
              <a:lnSpc>
                <a:spcPct val="90000"/>
              </a:lnSpc>
              <a:spcBef>
                <a:spcPts val="2267"/>
              </a:spcBef>
              <a:spcAft>
                <a:spcPts val="0"/>
              </a:spcAft>
              <a:buClr>
                <a:schemeClr val="dk1"/>
              </a:buClr>
              <a:buSzPts val="7253"/>
              <a:buNone/>
              <a:defRPr sz="7253"/>
            </a:lvl6pPr>
            <a:lvl7pPr lvl="6" algn="ctr">
              <a:lnSpc>
                <a:spcPct val="90000"/>
              </a:lnSpc>
              <a:spcBef>
                <a:spcPts val="2267"/>
              </a:spcBef>
              <a:spcAft>
                <a:spcPts val="0"/>
              </a:spcAft>
              <a:buClr>
                <a:schemeClr val="dk1"/>
              </a:buClr>
              <a:buSzPts val="7253"/>
              <a:buNone/>
              <a:defRPr sz="7253"/>
            </a:lvl7pPr>
            <a:lvl8pPr lvl="7" algn="ctr">
              <a:lnSpc>
                <a:spcPct val="90000"/>
              </a:lnSpc>
              <a:spcBef>
                <a:spcPts val="2267"/>
              </a:spcBef>
              <a:spcAft>
                <a:spcPts val="0"/>
              </a:spcAft>
              <a:buClr>
                <a:schemeClr val="dk1"/>
              </a:buClr>
              <a:buSzPts val="7253"/>
              <a:buNone/>
              <a:defRPr sz="7253"/>
            </a:lvl8pPr>
            <a:lvl9pPr lvl="8" algn="ctr">
              <a:lnSpc>
                <a:spcPct val="90000"/>
              </a:lnSpc>
              <a:spcBef>
                <a:spcPts val="2267"/>
              </a:spcBef>
              <a:spcAft>
                <a:spcPts val="0"/>
              </a:spcAft>
              <a:buClr>
                <a:schemeClr val="dk1"/>
              </a:buClr>
              <a:buSzPts val="7253"/>
              <a:buNone/>
              <a:defRPr sz="7253"/>
            </a:lvl9pPr>
          </a:lstStyle>
          <a:p>
            <a:endParaRPr/>
          </a:p>
        </p:txBody>
      </p:sp>
      <p:sp>
        <p:nvSpPr>
          <p:cNvPr id="32" name="Google Shape;32;p3"/>
          <p:cNvSpPr txBox="1">
            <a:spLocks noGrp="1"/>
          </p:cNvSpPr>
          <p:nvPr>
            <p:ph type="dt" idx="10"/>
          </p:nvPr>
        </p:nvSpPr>
        <p:spPr>
          <a:xfrm>
            <a:off x="3017520" y="28815460"/>
            <a:ext cx="9875520" cy="16552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
          <p:cNvSpPr txBox="1">
            <a:spLocks noGrp="1"/>
          </p:cNvSpPr>
          <p:nvPr>
            <p:ph type="ftr" idx="11"/>
          </p:nvPr>
        </p:nvSpPr>
        <p:spPr>
          <a:xfrm>
            <a:off x="14538960" y="28815460"/>
            <a:ext cx="14813280" cy="16552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
          <p:cNvSpPr txBox="1">
            <a:spLocks noGrp="1"/>
          </p:cNvSpPr>
          <p:nvPr>
            <p:ph type="sldNum" idx="12"/>
          </p:nvPr>
        </p:nvSpPr>
        <p:spPr>
          <a:xfrm>
            <a:off x="30998160" y="28815460"/>
            <a:ext cx="9875520" cy="16552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4"/>
          <p:cNvSpPr txBox="1">
            <a:spLocks noGrp="1"/>
          </p:cNvSpPr>
          <p:nvPr>
            <p:ph type="title"/>
          </p:nvPr>
        </p:nvSpPr>
        <p:spPr>
          <a:xfrm>
            <a:off x="3017520" y="1655240"/>
            <a:ext cx="37856160" cy="600921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
          <p:cNvSpPr txBox="1">
            <a:spLocks noGrp="1"/>
          </p:cNvSpPr>
          <p:nvPr>
            <p:ph type="body" idx="1"/>
          </p:nvPr>
        </p:nvSpPr>
        <p:spPr>
          <a:xfrm>
            <a:off x="3017520" y="8276166"/>
            <a:ext cx="37856160" cy="197260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533"/>
              </a:spcBef>
              <a:spcAft>
                <a:spcPts val="0"/>
              </a:spcAft>
              <a:buClr>
                <a:schemeClr val="dk1"/>
              </a:buClr>
              <a:buSzPts val="1800"/>
              <a:buChar char="•"/>
              <a:defRPr/>
            </a:lvl1pPr>
            <a:lvl2pPr marL="914400" lvl="1" indent="-342900" algn="l">
              <a:lnSpc>
                <a:spcPct val="90000"/>
              </a:lnSpc>
              <a:spcBef>
                <a:spcPts val="2267"/>
              </a:spcBef>
              <a:spcAft>
                <a:spcPts val="0"/>
              </a:spcAft>
              <a:buClr>
                <a:schemeClr val="dk1"/>
              </a:buClr>
              <a:buSzPts val="1800"/>
              <a:buChar char="•"/>
              <a:defRPr/>
            </a:lvl2pPr>
            <a:lvl3pPr marL="1371600" lvl="2" indent="-342900" algn="l">
              <a:lnSpc>
                <a:spcPct val="90000"/>
              </a:lnSpc>
              <a:spcBef>
                <a:spcPts val="2267"/>
              </a:spcBef>
              <a:spcAft>
                <a:spcPts val="0"/>
              </a:spcAft>
              <a:buClr>
                <a:schemeClr val="dk1"/>
              </a:buClr>
              <a:buSzPts val="1800"/>
              <a:buChar char="•"/>
              <a:defRPr/>
            </a:lvl3pPr>
            <a:lvl4pPr marL="1828800" lvl="3" indent="-342900" algn="l">
              <a:lnSpc>
                <a:spcPct val="90000"/>
              </a:lnSpc>
              <a:spcBef>
                <a:spcPts val="2267"/>
              </a:spcBef>
              <a:spcAft>
                <a:spcPts val="0"/>
              </a:spcAft>
              <a:buClr>
                <a:schemeClr val="dk1"/>
              </a:buClr>
              <a:buSzPts val="1800"/>
              <a:buChar char="•"/>
              <a:defRPr/>
            </a:lvl4pPr>
            <a:lvl5pPr marL="2286000" lvl="4" indent="-342900" algn="l">
              <a:lnSpc>
                <a:spcPct val="90000"/>
              </a:lnSpc>
              <a:spcBef>
                <a:spcPts val="2267"/>
              </a:spcBef>
              <a:spcAft>
                <a:spcPts val="0"/>
              </a:spcAft>
              <a:buClr>
                <a:schemeClr val="dk1"/>
              </a:buClr>
              <a:buSzPts val="1800"/>
              <a:buChar char="•"/>
              <a:defRPr/>
            </a:lvl5pPr>
            <a:lvl6pPr marL="2743200" lvl="5" indent="-342900" algn="l">
              <a:lnSpc>
                <a:spcPct val="90000"/>
              </a:lnSpc>
              <a:spcBef>
                <a:spcPts val="2267"/>
              </a:spcBef>
              <a:spcAft>
                <a:spcPts val="0"/>
              </a:spcAft>
              <a:buClr>
                <a:schemeClr val="dk1"/>
              </a:buClr>
              <a:buSzPts val="1800"/>
              <a:buChar char="•"/>
              <a:defRPr/>
            </a:lvl6pPr>
            <a:lvl7pPr marL="3200400" lvl="6" indent="-342900" algn="l">
              <a:lnSpc>
                <a:spcPct val="90000"/>
              </a:lnSpc>
              <a:spcBef>
                <a:spcPts val="2267"/>
              </a:spcBef>
              <a:spcAft>
                <a:spcPts val="0"/>
              </a:spcAft>
              <a:buClr>
                <a:schemeClr val="dk1"/>
              </a:buClr>
              <a:buSzPts val="1800"/>
              <a:buChar char="•"/>
              <a:defRPr/>
            </a:lvl7pPr>
            <a:lvl8pPr marL="3657600" lvl="7" indent="-342900" algn="l">
              <a:lnSpc>
                <a:spcPct val="90000"/>
              </a:lnSpc>
              <a:spcBef>
                <a:spcPts val="2267"/>
              </a:spcBef>
              <a:spcAft>
                <a:spcPts val="0"/>
              </a:spcAft>
              <a:buClr>
                <a:schemeClr val="dk1"/>
              </a:buClr>
              <a:buSzPts val="1800"/>
              <a:buChar char="•"/>
              <a:defRPr/>
            </a:lvl8pPr>
            <a:lvl9pPr marL="4114800" lvl="8" indent="-342900" algn="l">
              <a:lnSpc>
                <a:spcPct val="90000"/>
              </a:lnSpc>
              <a:spcBef>
                <a:spcPts val="2267"/>
              </a:spcBef>
              <a:spcAft>
                <a:spcPts val="0"/>
              </a:spcAft>
              <a:buClr>
                <a:schemeClr val="dk1"/>
              </a:buClr>
              <a:buSzPts val="1800"/>
              <a:buChar char="•"/>
              <a:defRPr/>
            </a:lvl9pPr>
          </a:lstStyle>
          <a:p>
            <a:endParaRPr/>
          </a:p>
        </p:txBody>
      </p:sp>
      <p:sp>
        <p:nvSpPr>
          <p:cNvPr id="38" name="Google Shape;38;p4"/>
          <p:cNvSpPr txBox="1">
            <a:spLocks noGrp="1"/>
          </p:cNvSpPr>
          <p:nvPr>
            <p:ph type="dt" idx="10"/>
          </p:nvPr>
        </p:nvSpPr>
        <p:spPr>
          <a:xfrm>
            <a:off x="3017520" y="28815460"/>
            <a:ext cx="9875520" cy="16552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
          <p:cNvSpPr txBox="1">
            <a:spLocks noGrp="1"/>
          </p:cNvSpPr>
          <p:nvPr>
            <p:ph type="ftr" idx="11"/>
          </p:nvPr>
        </p:nvSpPr>
        <p:spPr>
          <a:xfrm>
            <a:off x="14538960" y="28815460"/>
            <a:ext cx="14813280" cy="16552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
          <p:cNvSpPr txBox="1">
            <a:spLocks noGrp="1"/>
          </p:cNvSpPr>
          <p:nvPr>
            <p:ph type="sldNum" idx="12"/>
          </p:nvPr>
        </p:nvSpPr>
        <p:spPr>
          <a:xfrm>
            <a:off x="30998160" y="28815460"/>
            <a:ext cx="9875520" cy="16552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5"/>
          <p:cNvSpPr txBox="1">
            <a:spLocks noGrp="1"/>
          </p:cNvSpPr>
          <p:nvPr>
            <p:ph type="title"/>
          </p:nvPr>
        </p:nvSpPr>
        <p:spPr>
          <a:xfrm>
            <a:off x="2994662" y="7750819"/>
            <a:ext cx="37856160" cy="1293240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7200"/>
              <a:buFont typeface="Calibri"/>
              <a:buNone/>
              <a:defRPr sz="2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5"/>
          <p:cNvSpPr txBox="1">
            <a:spLocks noGrp="1"/>
          </p:cNvSpPr>
          <p:nvPr>
            <p:ph type="body" idx="1"/>
          </p:nvPr>
        </p:nvSpPr>
        <p:spPr>
          <a:xfrm>
            <a:off x="2994662" y="20805572"/>
            <a:ext cx="37856160" cy="680084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533"/>
              </a:spcBef>
              <a:spcAft>
                <a:spcPts val="0"/>
              </a:spcAft>
              <a:buClr>
                <a:schemeClr val="dk1"/>
              </a:buClr>
              <a:buSzPts val="10880"/>
              <a:buNone/>
              <a:defRPr sz="10880">
                <a:solidFill>
                  <a:schemeClr val="dk1"/>
                </a:solidFill>
              </a:defRPr>
            </a:lvl1pPr>
            <a:lvl2pPr marL="914400" lvl="1" indent="-228600" algn="l">
              <a:lnSpc>
                <a:spcPct val="90000"/>
              </a:lnSpc>
              <a:spcBef>
                <a:spcPts val="2267"/>
              </a:spcBef>
              <a:spcAft>
                <a:spcPts val="0"/>
              </a:spcAft>
              <a:buClr>
                <a:srgbClr val="888888"/>
              </a:buClr>
              <a:buSzPts val="9067"/>
              <a:buNone/>
              <a:defRPr sz="9067">
                <a:solidFill>
                  <a:srgbClr val="888888"/>
                </a:solidFill>
              </a:defRPr>
            </a:lvl2pPr>
            <a:lvl3pPr marL="1371600" lvl="2" indent="-228600" algn="l">
              <a:lnSpc>
                <a:spcPct val="90000"/>
              </a:lnSpc>
              <a:spcBef>
                <a:spcPts val="2267"/>
              </a:spcBef>
              <a:spcAft>
                <a:spcPts val="0"/>
              </a:spcAft>
              <a:buClr>
                <a:srgbClr val="888888"/>
              </a:buClr>
              <a:buSzPts val="8160"/>
              <a:buNone/>
              <a:defRPr sz="8160">
                <a:solidFill>
                  <a:srgbClr val="888888"/>
                </a:solidFill>
              </a:defRPr>
            </a:lvl3pPr>
            <a:lvl4pPr marL="1828800" lvl="3" indent="-228600" algn="l">
              <a:lnSpc>
                <a:spcPct val="90000"/>
              </a:lnSpc>
              <a:spcBef>
                <a:spcPts val="2267"/>
              </a:spcBef>
              <a:spcAft>
                <a:spcPts val="0"/>
              </a:spcAft>
              <a:buClr>
                <a:srgbClr val="888888"/>
              </a:buClr>
              <a:buSzPts val="7253"/>
              <a:buNone/>
              <a:defRPr sz="7253">
                <a:solidFill>
                  <a:srgbClr val="888888"/>
                </a:solidFill>
              </a:defRPr>
            </a:lvl4pPr>
            <a:lvl5pPr marL="2286000" lvl="4" indent="-228600" algn="l">
              <a:lnSpc>
                <a:spcPct val="90000"/>
              </a:lnSpc>
              <a:spcBef>
                <a:spcPts val="2267"/>
              </a:spcBef>
              <a:spcAft>
                <a:spcPts val="0"/>
              </a:spcAft>
              <a:buClr>
                <a:srgbClr val="888888"/>
              </a:buClr>
              <a:buSzPts val="7253"/>
              <a:buNone/>
              <a:defRPr sz="7253">
                <a:solidFill>
                  <a:srgbClr val="888888"/>
                </a:solidFill>
              </a:defRPr>
            </a:lvl5pPr>
            <a:lvl6pPr marL="2743200" lvl="5" indent="-228600" algn="l">
              <a:lnSpc>
                <a:spcPct val="90000"/>
              </a:lnSpc>
              <a:spcBef>
                <a:spcPts val="2267"/>
              </a:spcBef>
              <a:spcAft>
                <a:spcPts val="0"/>
              </a:spcAft>
              <a:buClr>
                <a:srgbClr val="888888"/>
              </a:buClr>
              <a:buSzPts val="7253"/>
              <a:buNone/>
              <a:defRPr sz="7253">
                <a:solidFill>
                  <a:srgbClr val="888888"/>
                </a:solidFill>
              </a:defRPr>
            </a:lvl6pPr>
            <a:lvl7pPr marL="3200400" lvl="6" indent="-228600" algn="l">
              <a:lnSpc>
                <a:spcPct val="90000"/>
              </a:lnSpc>
              <a:spcBef>
                <a:spcPts val="2267"/>
              </a:spcBef>
              <a:spcAft>
                <a:spcPts val="0"/>
              </a:spcAft>
              <a:buClr>
                <a:srgbClr val="888888"/>
              </a:buClr>
              <a:buSzPts val="7253"/>
              <a:buNone/>
              <a:defRPr sz="7253">
                <a:solidFill>
                  <a:srgbClr val="888888"/>
                </a:solidFill>
              </a:defRPr>
            </a:lvl7pPr>
            <a:lvl8pPr marL="3657600" lvl="7" indent="-228600" algn="l">
              <a:lnSpc>
                <a:spcPct val="90000"/>
              </a:lnSpc>
              <a:spcBef>
                <a:spcPts val="2267"/>
              </a:spcBef>
              <a:spcAft>
                <a:spcPts val="0"/>
              </a:spcAft>
              <a:buClr>
                <a:srgbClr val="888888"/>
              </a:buClr>
              <a:buSzPts val="7253"/>
              <a:buNone/>
              <a:defRPr sz="7253">
                <a:solidFill>
                  <a:srgbClr val="888888"/>
                </a:solidFill>
              </a:defRPr>
            </a:lvl8pPr>
            <a:lvl9pPr marL="4114800" lvl="8" indent="-228600" algn="l">
              <a:lnSpc>
                <a:spcPct val="90000"/>
              </a:lnSpc>
              <a:spcBef>
                <a:spcPts val="2267"/>
              </a:spcBef>
              <a:spcAft>
                <a:spcPts val="0"/>
              </a:spcAft>
              <a:buClr>
                <a:srgbClr val="888888"/>
              </a:buClr>
              <a:buSzPts val="7253"/>
              <a:buNone/>
              <a:defRPr sz="7253">
                <a:solidFill>
                  <a:srgbClr val="888888"/>
                </a:solidFill>
              </a:defRPr>
            </a:lvl9pPr>
          </a:lstStyle>
          <a:p>
            <a:endParaRPr/>
          </a:p>
        </p:txBody>
      </p:sp>
      <p:sp>
        <p:nvSpPr>
          <p:cNvPr id="44" name="Google Shape;44;p5"/>
          <p:cNvSpPr txBox="1">
            <a:spLocks noGrp="1"/>
          </p:cNvSpPr>
          <p:nvPr>
            <p:ph type="dt" idx="10"/>
          </p:nvPr>
        </p:nvSpPr>
        <p:spPr>
          <a:xfrm>
            <a:off x="3017520" y="28815460"/>
            <a:ext cx="9875520" cy="16552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5"/>
          <p:cNvSpPr txBox="1">
            <a:spLocks noGrp="1"/>
          </p:cNvSpPr>
          <p:nvPr>
            <p:ph type="ftr" idx="11"/>
          </p:nvPr>
        </p:nvSpPr>
        <p:spPr>
          <a:xfrm>
            <a:off x="14538960" y="28815460"/>
            <a:ext cx="14813280" cy="16552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5"/>
          <p:cNvSpPr txBox="1">
            <a:spLocks noGrp="1"/>
          </p:cNvSpPr>
          <p:nvPr>
            <p:ph type="sldNum" idx="12"/>
          </p:nvPr>
        </p:nvSpPr>
        <p:spPr>
          <a:xfrm>
            <a:off x="30998160" y="28815460"/>
            <a:ext cx="9875520" cy="16552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6"/>
          <p:cNvSpPr txBox="1">
            <a:spLocks noGrp="1"/>
          </p:cNvSpPr>
          <p:nvPr>
            <p:ph type="title"/>
          </p:nvPr>
        </p:nvSpPr>
        <p:spPr>
          <a:xfrm>
            <a:off x="3017520" y="1655240"/>
            <a:ext cx="37856160" cy="600921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6"/>
          <p:cNvSpPr txBox="1">
            <a:spLocks noGrp="1"/>
          </p:cNvSpPr>
          <p:nvPr>
            <p:ph type="body" idx="1"/>
          </p:nvPr>
        </p:nvSpPr>
        <p:spPr>
          <a:xfrm>
            <a:off x="3017520" y="8276166"/>
            <a:ext cx="18653760" cy="197260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533"/>
              </a:spcBef>
              <a:spcAft>
                <a:spcPts val="0"/>
              </a:spcAft>
              <a:buClr>
                <a:schemeClr val="dk1"/>
              </a:buClr>
              <a:buSzPts val="1800"/>
              <a:buChar char="•"/>
              <a:defRPr/>
            </a:lvl1pPr>
            <a:lvl2pPr marL="914400" lvl="1" indent="-342900" algn="l">
              <a:lnSpc>
                <a:spcPct val="90000"/>
              </a:lnSpc>
              <a:spcBef>
                <a:spcPts val="2267"/>
              </a:spcBef>
              <a:spcAft>
                <a:spcPts val="0"/>
              </a:spcAft>
              <a:buClr>
                <a:schemeClr val="dk1"/>
              </a:buClr>
              <a:buSzPts val="1800"/>
              <a:buChar char="•"/>
              <a:defRPr/>
            </a:lvl2pPr>
            <a:lvl3pPr marL="1371600" lvl="2" indent="-342900" algn="l">
              <a:lnSpc>
                <a:spcPct val="90000"/>
              </a:lnSpc>
              <a:spcBef>
                <a:spcPts val="2267"/>
              </a:spcBef>
              <a:spcAft>
                <a:spcPts val="0"/>
              </a:spcAft>
              <a:buClr>
                <a:schemeClr val="dk1"/>
              </a:buClr>
              <a:buSzPts val="1800"/>
              <a:buChar char="•"/>
              <a:defRPr/>
            </a:lvl3pPr>
            <a:lvl4pPr marL="1828800" lvl="3" indent="-342900" algn="l">
              <a:lnSpc>
                <a:spcPct val="90000"/>
              </a:lnSpc>
              <a:spcBef>
                <a:spcPts val="2267"/>
              </a:spcBef>
              <a:spcAft>
                <a:spcPts val="0"/>
              </a:spcAft>
              <a:buClr>
                <a:schemeClr val="dk1"/>
              </a:buClr>
              <a:buSzPts val="1800"/>
              <a:buChar char="•"/>
              <a:defRPr/>
            </a:lvl4pPr>
            <a:lvl5pPr marL="2286000" lvl="4" indent="-342900" algn="l">
              <a:lnSpc>
                <a:spcPct val="90000"/>
              </a:lnSpc>
              <a:spcBef>
                <a:spcPts val="2267"/>
              </a:spcBef>
              <a:spcAft>
                <a:spcPts val="0"/>
              </a:spcAft>
              <a:buClr>
                <a:schemeClr val="dk1"/>
              </a:buClr>
              <a:buSzPts val="1800"/>
              <a:buChar char="•"/>
              <a:defRPr/>
            </a:lvl5pPr>
            <a:lvl6pPr marL="2743200" lvl="5" indent="-342900" algn="l">
              <a:lnSpc>
                <a:spcPct val="90000"/>
              </a:lnSpc>
              <a:spcBef>
                <a:spcPts val="2267"/>
              </a:spcBef>
              <a:spcAft>
                <a:spcPts val="0"/>
              </a:spcAft>
              <a:buClr>
                <a:schemeClr val="dk1"/>
              </a:buClr>
              <a:buSzPts val="1800"/>
              <a:buChar char="•"/>
              <a:defRPr/>
            </a:lvl6pPr>
            <a:lvl7pPr marL="3200400" lvl="6" indent="-342900" algn="l">
              <a:lnSpc>
                <a:spcPct val="90000"/>
              </a:lnSpc>
              <a:spcBef>
                <a:spcPts val="2267"/>
              </a:spcBef>
              <a:spcAft>
                <a:spcPts val="0"/>
              </a:spcAft>
              <a:buClr>
                <a:schemeClr val="dk1"/>
              </a:buClr>
              <a:buSzPts val="1800"/>
              <a:buChar char="•"/>
              <a:defRPr/>
            </a:lvl7pPr>
            <a:lvl8pPr marL="3657600" lvl="7" indent="-342900" algn="l">
              <a:lnSpc>
                <a:spcPct val="90000"/>
              </a:lnSpc>
              <a:spcBef>
                <a:spcPts val="2267"/>
              </a:spcBef>
              <a:spcAft>
                <a:spcPts val="0"/>
              </a:spcAft>
              <a:buClr>
                <a:schemeClr val="dk1"/>
              </a:buClr>
              <a:buSzPts val="1800"/>
              <a:buChar char="•"/>
              <a:defRPr/>
            </a:lvl8pPr>
            <a:lvl9pPr marL="4114800" lvl="8" indent="-342900" algn="l">
              <a:lnSpc>
                <a:spcPct val="90000"/>
              </a:lnSpc>
              <a:spcBef>
                <a:spcPts val="2267"/>
              </a:spcBef>
              <a:spcAft>
                <a:spcPts val="0"/>
              </a:spcAft>
              <a:buClr>
                <a:schemeClr val="dk1"/>
              </a:buClr>
              <a:buSzPts val="1800"/>
              <a:buChar char="•"/>
              <a:defRPr/>
            </a:lvl9pPr>
          </a:lstStyle>
          <a:p>
            <a:endParaRPr/>
          </a:p>
        </p:txBody>
      </p:sp>
      <p:sp>
        <p:nvSpPr>
          <p:cNvPr id="50" name="Google Shape;50;p6"/>
          <p:cNvSpPr txBox="1">
            <a:spLocks noGrp="1"/>
          </p:cNvSpPr>
          <p:nvPr>
            <p:ph type="body" idx="2"/>
          </p:nvPr>
        </p:nvSpPr>
        <p:spPr>
          <a:xfrm>
            <a:off x="22219920" y="8276166"/>
            <a:ext cx="18653760" cy="197260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533"/>
              </a:spcBef>
              <a:spcAft>
                <a:spcPts val="0"/>
              </a:spcAft>
              <a:buClr>
                <a:schemeClr val="dk1"/>
              </a:buClr>
              <a:buSzPts val="1800"/>
              <a:buChar char="•"/>
              <a:defRPr/>
            </a:lvl1pPr>
            <a:lvl2pPr marL="914400" lvl="1" indent="-342900" algn="l">
              <a:lnSpc>
                <a:spcPct val="90000"/>
              </a:lnSpc>
              <a:spcBef>
                <a:spcPts val="2267"/>
              </a:spcBef>
              <a:spcAft>
                <a:spcPts val="0"/>
              </a:spcAft>
              <a:buClr>
                <a:schemeClr val="dk1"/>
              </a:buClr>
              <a:buSzPts val="1800"/>
              <a:buChar char="•"/>
              <a:defRPr/>
            </a:lvl2pPr>
            <a:lvl3pPr marL="1371600" lvl="2" indent="-342900" algn="l">
              <a:lnSpc>
                <a:spcPct val="90000"/>
              </a:lnSpc>
              <a:spcBef>
                <a:spcPts val="2267"/>
              </a:spcBef>
              <a:spcAft>
                <a:spcPts val="0"/>
              </a:spcAft>
              <a:buClr>
                <a:schemeClr val="dk1"/>
              </a:buClr>
              <a:buSzPts val="1800"/>
              <a:buChar char="•"/>
              <a:defRPr/>
            </a:lvl3pPr>
            <a:lvl4pPr marL="1828800" lvl="3" indent="-342900" algn="l">
              <a:lnSpc>
                <a:spcPct val="90000"/>
              </a:lnSpc>
              <a:spcBef>
                <a:spcPts val="2267"/>
              </a:spcBef>
              <a:spcAft>
                <a:spcPts val="0"/>
              </a:spcAft>
              <a:buClr>
                <a:schemeClr val="dk1"/>
              </a:buClr>
              <a:buSzPts val="1800"/>
              <a:buChar char="•"/>
              <a:defRPr/>
            </a:lvl4pPr>
            <a:lvl5pPr marL="2286000" lvl="4" indent="-342900" algn="l">
              <a:lnSpc>
                <a:spcPct val="90000"/>
              </a:lnSpc>
              <a:spcBef>
                <a:spcPts val="2267"/>
              </a:spcBef>
              <a:spcAft>
                <a:spcPts val="0"/>
              </a:spcAft>
              <a:buClr>
                <a:schemeClr val="dk1"/>
              </a:buClr>
              <a:buSzPts val="1800"/>
              <a:buChar char="•"/>
              <a:defRPr/>
            </a:lvl5pPr>
            <a:lvl6pPr marL="2743200" lvl="5" indent="-342900" algn="l">
              <a:lnSpc>
                <a:spcPct val="90000"/>
              </a:lnSpc>
              <a:spcBef>
                <a:spcPts val="2267"/>
              </a:spcBef>
              <a:spcAft>
                <a:spcPts val="0"/>
              </a:spcAft>
              <a:buClr>
                <a:schemeClr val="dk1"/>
              </a:buClr>
              <a:buSzPts val="1800"/>
              <a:buChar char="•"/>
              <a:defRPr/>
            </a:lvl6pPr>
            <a:lvl7pPr marL="3200400" lvl="6" indent="-342900" algn="l">
              <a:lnSpc>
                <a:spcPct val="90000"/>
              </a:lnSpc>
              <a:spcBef>
                <a:spcPts val="2267"/>
              </a:spcBef>
              <a:spcAft>
                <a:spcPts val="0"/>
              </a:spcAft>
              <a:buClr>
                <a:schemeClr val="dk1"/>
              </a:buClr>
              <a:buSzPts val="1800"/>
              <a:buChar char="•"/>
              <a:defRPr/>
            </a:lvl7pPr>
            <a:lvl8pPr marL="3657600" lvl="7" indent="-342900" algn="l">
              <a:lnSpc>
                <a:spcPct val="90000"/>
              </a:lnSpc>
              <a:spcBef>
                <a:spcPts val="2267"/>
              </a:spcBef>
              <a:spcAft>
                <a:spcPts val="0"/>
              </a:spcAft>
              <a:buClr>
                <a:schemeClr val="dk1"/>
              </a:buClr>
              <a:buSzPts val="1800"/>
              <a:buChar char="•"/>
              <a:defRPr/>
            </a:lvl8pPr>
            <a:lvl9pPr marL="4114800" lvl="8" indent="-342900" algn="l">
              <a:lnSpc>
                <a:spcPct val="90000"/>
              </a:lnSpc>
              <a:spcBef>
                <a:spcPts val="2267"/>
              </a:spcBef>
              <a:spcAft>
                <a:spcPts val="0"/>
              </a:spcAft>
              <a:buClr>
                <a:schemeClr val="dk1"/>
              </a:buClr>
              <a:buSzPts val="1800"/>
              <a:buChar char="•"/>
              <a:defRPr/>
            </a:lvl9pPr>
          </a:lstStyle>
          <a:p>
            <a:endParaRPr/>
          </a:p>
        </p:txBody>
      </p:sp>
      <p:sp>
        <p:nvSpPr>
          <p:cNvPr id="51" name="Google Shape;51;p6"/>
          <p:cNvSpPr txBox="1">
            <a:spLocks noGrp="1"/>
          </p:cNvSpPr>
          <p:nvPr>
            <p:ph type="dt" idx="10"/>
          </p:nvPr>
        </p:nvSpPr>
        <p:spPr>
          <a:xfrm>
            <a:off x="3017520" y="28815460"/>
            <a:ext cx="9875520" cy="16552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
          <p:cNvSpPr txBox="1">
            <a:spLocks noGrp="1"/>
          </p:cNvSpPr>
          <p:nvPr>
            <p:ph type="ftr" idx="11"/>
          </p:nvPr>
        </p:nvSpPr>
        <p:spPr>
          <a:xfrm>
            <a:off x="14538960" y="28815460"/>
            <a:ext cx="14813280" cy="16552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6"/>
          <p:cNvSpPr txBox="1">
            <a:spLocks noGrp="1"/>
          </p:cNvSpPr>
          <p:nvPr>
            <p:ph type="sldNum" idx="12"/>
          </p:nvPr>
        </p:nvSpPr>
        <p:spPr>
          <a:xfrm>
            <a:off x="30998160" y="28815460"/>
            <a:ext cx="9875520" cy="16552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7"/>
          <p:cNvSpPr txBox="1">
            <a:spLocks noGrp="1"/>
          </p:cNvSpPr>
          <p:nvPr>
            <p:ph type="title"/>
          </p:nvPr>
        </p:nvSpPr>
        <p:spPr>
          <a:xfrm>
            <a:off x="3023237" y="1655240"/>
            <a:ext cx="37856160" cy="600921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body" idx="1"/>
          </p:nvPr>
        </p:nvSpPr>
        <p:spPr>
          <a:xfrm>
            <a:off x="3023242" y="7621272"/>
            <a:ext cx="18568032" cy="373506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533"/>
              </a:spcBef>
              <a:spcAft>
                <a:spcPts val="0"/>
              </a:spcAft>
              <a:buClr>
                <a:schemeClr val="dk1"/>
              </a:buClr>
              <a:buSzPts val="10880"/>
              <a:buNone/>
              <a:defRPr sz="10880" b="1"/>
            </a:lvl1pPr>
            <a:lvl2pPr marL="914400" lvl="1" indent="-228600" algn="l">
              <a:lnSpc>
                <a:spcPct val="90000"/>
              </a:lnSpc>
              <a:spcBef>
                <a:spcPts val="2267"/>
              </a:spcBef>
              <a:spcAft>
                <a:spcPts val="0"/>
              </a:spcAft>
              <a:buClr>
                <a:schemeClr val="dk1"/>
              </a:buClr>
              <a:buSzPts val="9067"/>
              <a:buNone/>
              <a:defRPr sz="9067" b="1"/>
            </a:lvl2pPr>
            <a:lvl3pPr marL="1371600" lvl="2" indent="-228600" algn="l">
              <a:lnSpc>
                <a:spcPct val="90000"/>
              </a:lnSpc>
              <a:spcBef>
                <a:spcPts val="2267"/>
              </a:spcBef>
              <a:spcAft>
                <a:spcPts val="0"/>
              </a:spcAft>
              <a:buClr>
                <a:schemeClr val="dk1"/>
              </a:buClr>
              <a:buSzPts val="8160"/>
              <a:buNone/>
              <a:defRPr sz="8160" b="1"/>
            </a:lvl3pPr>
            <a:lvl4pPr marL="1828800" lvl="3" indent="-228600" algn="l">
              <a:lnSpc>
                <a:spcPct val="90000"/>
              </a:lnSpc>
              <a:spcBef>
                <a:spcPts val="2267"/>
              </a:spcBef>
              <a:spcAft>
                <a:spcPts val="0"/>
              </a:spcAft>
              <a:buClr>
                <a:schemeClr val="dk1"/>
              </a:buClr>
              <a:buSzPts val="7253"/>
              <a:buNone/>
              <a:defRPr sz="7253" b="1"/>
            </a:lvl4pPr>
            <a:lvl5pPr marL="2286000" lvl="4" indent="-228600" algn="l">
              <a:lnSpc>
                <a:spcPct val="90000"/>
              </a:lnSpc>
              <a:spcBef>
                <a:spcPts val="2267"/>
              </a:spcBef>
              <a:spcAft>
                <a:spcPts val="0"/>
              </a:spcAft>
              <a:buClr>
                <a:schemeClr val="dk1"/>
              </a:buClr>
              <a:buSzPts val="7253"/>
              <a:buNone/>
              <a:defRPr sz="7253" b="1"/>
            </a:lvl5pPr>
            <a:lvl6pPr marL="2743200" lvl="5" indent="-228600" algn="l">
              <a:lnSpc>
                <a:spcPct val="90000"/>
              </a:lnSpc>
              <a:spcBef>
                <a:spcPts val="2267"/>
              </a:spcBef>
              <a:spcAft>
                <a:spcPts val="0"/>
              </a:spcAft>
              <a:buClr>
                <a:schemeClr val="dk1"/>
              </a:buClr>
              <a:buSzPts val="7253"/>
              <a:buNone/>
              <a:defRPr sz="7253" b="1"/>
            </a:lvl6pPr>
            <a:lvl7pPr marL="3200400" lvl="6" indent="-228600" algn="l">
              <a:lnSpc>
                <a:spcPct val="90000"/>
              </a:lnSpc>
              <a:spcBef>
                <a:spcPts val="2267"/>
              </a:spcBef>
              <a:spcAft>
                <a:spcPts val="0"/>
              </a:spcAft>
              <a:buClr>
                <a:schemeClr val="dk1"/>
              </a:buClr>
              <a:buSzPts val="7253"/>
              <a:buNone/>
              <a:defRPr sz="7253" b="1"/>
            </a:lvl7pPr>
            <a:lvl8pPr marL="3657600" lvl="7" indent="-228600" algn="l">
              <a:lnSpc>
                <a:spcPct val="90000"/>
              </a:lnSpc>
              <a:spcBef>
                <a:spcPts val="2267"/>
              </a:spcBef>
              <a:spcAft>
                <a:spcPts val="0"/>
              </a:spcAft>
              <a:buClr>
                <a:schemeClr val="dk1"/>
              </a:buClr>
              <a:buSzPts val="7253"/>
              <a:buNone/>
              <a:defRPr sz="7253" b="1"/>
            </a:lvl8pPr>
            <a:lvl9pPr marL="4114800" lvl="8" indent="-228600" algn="l">
              <a:lnSpc>
                <a:spcPct val="90000"/>
              </a:lnSpc>
              <a:spcBef>
                <a:spcPts val="2267"/>
              </a:spcBef>
              <a:spcAft>
                <a:spcPts val="0"/>
              </a:spcAft>
              <a:buClr>
                <a:schemeClr val="dk1"/>
              </a:buClr>
              <a:buSzPts val="7253"/>
              <a:buNone/>
              <a:defRPr sz="7253" b="1"/>
            </a:lvl9pPr>
          </a:lstStyle>
          <a:p>
            <a:endParaRPr/>
          </a:p>
        </p:txBody>
      </p:sp>
      <p:sp>
        <p:nvSpPr>
          <p:cNvPr id="57" name="Google Shape;57;p7"/>
          <p:cNvSpPr txBox="1">
            <a:spLocks noGrp="1"/>
          </p:cNvSpPr>
          <p:nvPr>
            <p:ph type="body" idx="2"/>
          </p:nvPr>
        </p:nvSpPr>
        <p:spPr>
          <a:xfrm>
            <a:off x="3023242" y="11356340"/>
            <a:ext cx="18568032" cy="167034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533"/>
              </a:spcBef>
              <a:spcAft>
                <a:spcPts val="0"/>
              </a:spcAft>
              <a:buClr>
                <a:schemeClr val="dk1"/>
              </a:buClr>
              <a:buSzPts val="1800"/>
              <a:buChar char="•"/>
              <a:defRPr/>
            </a:lvl1pPr>
            <a:lvl2pPr marL="914400" lvl="1" indent="-342900" algn="l">
              <a:lnSpc>
                <a:spcPct val="90000"/>
              </a:lnSpc>
              <a:spcBef>
                <a:spcPts val="2267"/>
              </a:spcBef>
              <a:spcAft>
                <a:spcPts val="0"/>
              </a:spcAft>
              <a:buClr>
                <a:schemeClr val="dk1"/>
              </a:buClr>
              <a:buSzPts val="1800"/>
              <a:buChar char="•"/>
              <a:defRPr/>
            </a:lvl2pPr>
            <a:lvl3pPr marL="1371600" lvl="2" indent="-342900" algn="l">
              <a:lnSpc>
                <a:spcPct val="90000"/>
              </a:lnSpc>
              <a:spcBef>
                <a:spcPts val="2267"/>
              </a:spcBef>
              <a:spcAft>
                <a:spcPts val="0"/>
              </a:spcAft>
              <a:buClr>
                <a:schemeClr val="dk1"/>
              </a:buClr>
              <a:buSzPts val="1800"/>
              <a:buChar char="•"/>
              <a:defRPr/>
            </a:lvl3pPr>
            <a:lvl4pPr marL="1828800" lvl="3" indent="-342900" algn="l">
              <a:lnSpc>
                <a:spcPct val="90000"/>
              </a:lnSpc>
              <a:spcBef>
                <a:spcPts val="2267"/>
              </a:spcBef>
              <a:spcAft>
                <a:spcPts val="0"/>
              </a:spcAft>
              <a:buClr>
                <a:schemeClr val="dk1"/>
              </a:buClr>
              <a:buSzPts val="1800"/>
              <a:buChar char="•"/>
              <a:defRPr/>
            </a:lvl4pPr>
            <a:lvl5pPr marL="2286000" lvl="4" indent="-342900" algn="l">
              <a:lnSpc>
                <a:spcPct val="90000"/>
              </a:lnSpc>
              <a:spcBef>
                <a:spcPts val="2267"/>
              </a:spcBef>
              <a:spcAft>
                <a:spcPts val="0"/>
              </a:spcAft>
              <a:buClr>
                <a:schemeClr val="dk1"/>
              </a:buClr>
              <a:buSzPts val="1800"/>
              <a:buChar char="•"/>
              <a:defRPr/>
            </a:lvl5pPr>
            <a:lvl6pPr marL="2743200" lvl="5" indent="-342900" algn="l">
              <a:lnSpc>
                <a:spcPct val="90000"/>
              </a:lnSpc>
              <a:spcBef>
                <a:spcPts val="2267"/>
              </a:spcBef>
              <a:spcAft>
                <a:spcPts val="0"/>
              </a:spcAft>
              <a:buClr>
                <a:schemeClr val="dk1"/>
              </a:buClr>
              <a:buSzPts val="1800"/>
              <a:buChar char="•"/>
              <a:defRPr/>
            </a:lvl6pPr>
            <a:lvl7pPr marL="3200400" lvl="6" indent="-342900" algn="l">
              <a:lnSpc>
                <a:spcPct val="90000"/>
              </a:lnSpc>
              <a:spcBef>
                <a:spcPts val="2267"/>
              </a:spcBef>
              <a:spcAft>
                <a:spcPts val="0"/>
              </a:spcAft>
              <a:buClr>
                <a:schemeClr val="dk1"/>
              </a:buClr>
              <a:buSzPts val="1800"/>
              <a:buChar char="•"/>
              <a:defRPr/>
            </a:lvl7pPr>
            <a:lvl8pPr marL="3657600" lvl="7" indent="-342900" algn="l">
              <a:lnSpc>
                <a:spcPct val="90000"/>
              </a:lnSpc>
              <a:spcBef>
                <a:spcPts val="2267"/>
              </a:spcBef>
              <a:spcAft>
                <a:spcPts val="0"/>
              </a:spcAft>
              <a:buClr>
                <a:schemeClr val="dk1"/>
              </a:buClr>
              <a:buSzPts val="1800"/>
              <a:buChar char="•"/>
              <a:defRPr/>
            </a:lvl8pPr>
            <a:lvl9pPr marL="4114800" lvl="8" indent="-342900" algn="l">
              <a:lnSpc>
                <a:spcPct val="90000"/>
              </a:lnSpc>
              <a:spcBef>
                <a:spcPts val="2267"/>
              </a:spcBef>
              <a:spcAft>
                <a:spcPts val="0"/>
              </a:spcAft>
              <a:buClr>
                <a:schemeClr val="dk1"/>
              </a:buClr>
              <a:buSzPts val="1800"/>
              <a:buChar char="•"/>
              <a:defRPr/>
            </a:lvl9pPr>
          </a:lstStyle>
          <a:p>
            <a:endParaRPr/>
          </a:p>
        </p:txBody>
      </p:sp>
      <p:sp>
        <p:nvSpPr>
          <p:cNvPr id="58" name="Google Shape;58;p7"/>
          <p:cNvSpPr txBox="1">
            <a:spLocks noGrp="1"/>
          </p:cNvSpPr>
          <p:nvPr>
            <p:ph type="body" idx="3"/>
          </p:nvPr>
        </p:nvSpPr>
        <p:spPr>
          <a:xfrm>
            <a:off x="22219922" y="7621272"/>
            <a:ext cx="18659477" cy="373506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533"/>
              </a:spcBef>
              <a:spcAft>
                <a:spcPts val="0"/>
              </a:spcAft>
              <a:buClr>
                <a:schemeClr val="dk1"/>
              </a:buClr>
              <a:buSzPts val="10880"/>
              <a:buNone/>
              <a:defRPr sz="10880" b="1"/>
            </a:lvl1pPr>
            <a:lvl2pPr marL="914400" lvl="1" indent="-228600" algn="l">
              <a:lnSpc>
                <a:spcPct val="90000"/>
              </a:lnSpc>
              <a:spcBef>
                <a:spcPts val="2267"/>
              </a:spcBef>
              <a:spcAft>
                <a:spcPts val="0"/>
              </a:spcAft>
              <a:buClr>
                <a:schemeClr val="dk1"/>
              </a:buClr>
              <a:buSzPts val="9067"/>
              <a:buNone/>
              <a:defRPr sz="9067" b="1"/>
            </a:lvl2pPr>
            <a:lvl3pPr marL="1371600" lvl="2" indent="-228600" algn="l">
              <a:lnSpc>
                <a:spcPct val="90000"/>
              </a:lnSpc>
              <a:spcBef>
                <a:spcPts val="2267"/>
              </a:spcBef>
              <a:spcAft>
                <a:spcPts val="0"/>
              </a:spcAft>
              <a:buClr>
                <a:schemeClr val="dk1"/>
              </a:buClr>
              <a:buSzPts val="8160"/>
              <a:buNone/>
              <a:defRPr sz="8160" b="1"/>
            </a:lvl3pPr>
            <a:lvl4pPr marL="1828800" lvl="3" indent="-228600" algn="l">
              <a:lnSpc>
                <a:spcPct val="90000"/>
              </a:lnSpc>
              <a:spcBef>
                <a:spcPts val="2267"/>
              </a:spcBef>
              <a:spcAft>
                <a:spcPts val="0"/>
              </a:spcAft>
              <a:buClr>
                <a:schemeClr val="dk1"/>
              </a:buClr>
              <a:buSzPts val="7253"/>
              <a:buNone/>
              <a:defRPr sz="7253" b="1"/>
            </a:lvl4pPr>
            <a:lvl5pPr marL="2286000" lvl="4" indent="-228600" algn="l">
              <a:lnSpc>
                <a:spcPct val="90000"/>
              </a:lnSpc>
              <a:spcBef>
                <a:spcPts val="2267"/>
              </a:spcBef>
              <a:spcAft>
                <a:spcPts val="0"/>
              </a:spcAft>
              <a:buClr>
                <a:schemeClr val="dk1"/>
              </a:buClr>
              <a:buSzPts val="7253"/>
              <a:buNone/>
              <a:defRPr sz="7253" b="1"/>
            </a:lvl5pPr>
            <a:lvl6pPr marL="2743200" lvl="5" indent="-228600" algn="l">
              <a:lnSpc>
                <a:spcPct val="90000"/>
              </a:lnSpc>
              <a:spcBef>
                <a:spcPts val="2267"/>
              </a:spcBef>
              <a:spcAft>
                <a:spcPts val="0"/>
              </a:spcAft>
              <a:buClr>
                <a:schemeClr val="dk1"/>
              </a:buClr>
              <a:buSzPts val="7253"/>
              <a:buNone/>
              <a:defRPr sz="7253" b="1"/>
            </a:lvl6pPr>
            <a:lvl7pPr marL="3200400" lvl="6" indent="-228600" algn="l">
              <a:lnSpc>
                <a:spcPct val="90000"/>
              </a:lnSpc>
              <a:spcBef>
                <a:spcPts val="2267"/>
              </a:spcBef>
              <a:spcAft>
                <a:spcPts val="0"/>
              </a:spcAft>
              <a:buClr>
                <a:schemeClr val="dk1"/>
              </a:buClr>
              <a:buSzPts val="7253"/>
              <a:buNone/>
              <a:defRPr sz="7253" b="1"/>
            </a:lvl7pPr>
            <a:lvl8pPr marL="3657600" lvl="7" indent="-228600" algn="l">
              <a:lnSpc>
                <a:spcPct val="90000"/>
              </a:lnSpc>
              <a:spcBef>
                <a:spcPts val="2267"/>
              </a:spcBef>
              <a:spcAft>
                <a:spcPts val="0"/>
              </a:spcAft>
              <a:buClr>
                <a:schemeClr val="dk1"/>
              </a:buClr>
              <a:buSzPts val="7253"/>
              <a:buNone/>
              <a:defRPr sz="7253" b="1"/>
            </a:lvl8pPr>
            <a:lvl9pPr marL="4114800" lvl="8" indent="-228600" algn="l">
              <a:lnSpc>
                <a:spcPct val="90000"/>
              </a:lnSpc>
              <a:spcBef>
                <a:spcPts val="2267"/>
              </a:spcBef>
              <a:spcAft>
                <a:spcPts val="0"/>
              </a:spcAft>
              <a:buClr>
                <a:schemeClr val="dk1"/>
              </a:buClr>
              <a:buSzPts val="7253"/>
              <a:buNone/>
              <a:defRPr sz="7253" b="1"/>
            </a:lvl9pPr>
          </a:lstStyle>
          <a:p>
            <a:endParaRPr/>
          </a:p>
        </p:txBody>
      </p:sp>
      <p:sp>
        <p:nvSpPr>
          <p:cNvPr id="59" name="Google Shape;59;p7"/>
          <p:cNvSpPr txBox="1">
            <a:spLocks noGrp="1"/>
          </p:cNvSpPr>
          <p:nvPr>
            <p:ph type="body" idx="4"/>
          </p:nvPr>
        </p:nvSpPr>
        <p:spPr>
          <a:xfrm>
            <a:off x="22219922" y="11356340"/>
            <a:ext cx="18659477" cy="167034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533"/>
              </a:spcBef>
              <a:spcAft>
                <a:spcPts val="0"/>
              </a:spcAft>
              <a:buClr>
                <a:schemeClr val="dk1"/>
              </a:buClr>
              <a:buSzPts val="1800"/>
              <a:buChar char="•"/>
              <a:defRPr/>
            </a:lvl1pPr>
            <a:lvl2pPr marL="914400" lvl="1" indent="-342900" algn="l">
              <a:lnSpc>
                <a:spcPct val="90000"/>
              </a:lnSpc>
              <a:spcBef>
                <a:spcPts val="2267"/>
              </a:spcBef>
              <a:spcAft>
                <a:spcPts val="0"/>
              </a:spcAft>
              <a:buClr>
                <a:schemeClr val="dk1"/>
              </a:buClr>
              <a:buSzPts val="1800"/>
              <a:buChar char="•"/>
              <a:defRPr/>
            </a:lvl2pPr>
            <a:lvl3pPr marL="1371600" lvl="2" indent="-342900" algn="l">
              <a:lnSpc>
                <a:spcPct val="90000"/>
              </a:lnSpc>
              <a:spcBef>
                <a:spcPts val="2267"/>
              </a:spcBef>
              <a:spcAft>
                <a:spcPts val="0"/>
              </a:spcAft>
              <a:buClr>
                <a:schemeClr val="dk1"/>
              </a:buClr>
              <a:buSzPts val="1800"/>
              <a:buChar char="•"/>
              <a:defRPr/>
            </a:lvl3pPr>
            <a:lvl4pPr marL="1828800" lvl="3" indent="-342900" algn="l">
              <a:lnSpc>
                <a:spcPct val="90000"/>
              </a:lnSpc>
              <a:spcBef>
                <a:spcPts val="2267"/>
              </a:spcBef>
              <a:spcAft>
                <a:spcPts val="0"/>
              </a:spcAft>
              <a:buClr>
                <a:schemeClr val="dk1"/>
              </a:buClr>
              <a:buSzPts val="1800"/>
              <a:buChar char="•"/>
              <a:defRPr/>
            </a:lvl4pPr>
            <a:lvl5pPr marL="2286000" lvl="4" indent="-342900" algn="l">
              <a:lnSpc>
                <a:spcPct val="90000"/>
              </a:lnSpc>
              <a:spcBef>
                <a:spcPts val="2267"/>
              </a:spcBef>
              <a:spcAft>
                <a:spcPts val="0"/>
              </a:spcAft>
              <a:buClr>
                <a:schemeClr val="dk1"/>
              </a:buClr>
              <a:buSzPts val="1800"/>
              <a:buChar char="•"/>
              <a:defRPr/>
            </a:lvl5pPr>
            <a:lvl6pPr marL="2743200" lvl="5" indent="-342900" algn="l">
              <a:lnSpc>
                <a:spcPct val="90000"/>
              </a:lnSpc>
              <a:spcBef>
                <a:spcPts val="2267"/>
              </a:spcBef>
              <a:spcAft>
                <a:spcPts val="0"/>
              </a:spcAft>
              <a:buClr>
                <a:schemeClr val="dk1"/>
              </a:buClr>
              <a:buSzPts val="1800"/>
              <a:buChar char="•"/>
              <a:defRPr/>
            </a:lvl6pPr>
            <a:lvl7pPr marL="3200400" lvl="6" indent="-342900" algn="l">
              <a:lnSpc>
                <a:spcPct val="90000"/>
              </a:lnSpc>
              <a:spcBef>
                <a:spcPts val="2267"/>
              </a:spcBef>
              <a:spcAft>
                <a:spcPts val="0"/>
              </a:spcAft>
              <a:buClr>
                <a:schemeClr val="dk1"/>
              </a:buClr>
              <a:buSzPts val="1800"/>
              <a:buChar char="•"/>
              <a:defRPr/>
            </a:lvl7pPr>
            <a:lvl8pPr marL="3657600" lvl="7" indent="-342900" algn="l">
              <a:lnSpc>
                <a:spcPct val="90000"/>
              </a:lnSpc>
              <a:spcBef>
                <a:spcPts val="2267"/>
              </a:spcBef>
              <a:spcAft>
                <a:spcPts val="0"/>
              </a:spcAft>
              <a:buClr>
                <a:schemeClr val="dk1"/>
              </a:buClr>
              <a:buSzPts val="1800"/>
              <a:buChar char="•"/>
              <a:defRPr/>
            </a:lvl8pPr>
            <a:lvl9pPr marL="4114800" lvl="8" indent="-342900" algn="l">
              <a:lnSpc>
                <a:spcPct val="90000"/>
              </a:lnSpc>
              <a:spcBef>
                <a:spcPts val="2267"/>
              </a:spcBef>
              <a:spcAft>
                <a:spcPts val="0"/>
              </a:spcAft>
              <a:buClr>
                <a:schemeClr val="dk1"/>
              </a:buClr>
              <a:buSzPts val="1800"/>
              <a:buChar char="•"/>
              <a:defRPr/>
            </a:lvl9pPr>
          </a:lstStyle>
          <a:p>
            <a:endParaRPr/>
          </a:p>
        </p:txBody>
      </p:sp>
      <p:sp>
        <p:nvSpPr>
          <p:cNvPr id="60" name="Google Shape;60;p7"/>
          <p:cNvSpPr txBox="1">
            <a:spLocks noGrp="1"/>
          </p:cNvSpPr>
          <p:nvPr>
            <p:ph type="dt" idx="10"/>
          </p:nvPr>
        </p:nvSpPr>
        <p:spPr>
          <a:xfrm>
            <a:off x="3017520" y="28815460"/>
            <a:ext cx="9875520" cy="16552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7"/>
          <p:cNvSpPr txBox="1">
            <a:spLocks noGrp="1"/>
          </p:cNvSpPr>
          <p:nvPr>
            <p:ph type="ftr" idx="11"/>
          </p:nvPr>
        </p:nvSpPr>
        <p:spPr>
          <a:xfrm>
            <a:off x="14538960" y="28815460"/>
            <a:ext cx="14813280" cy="16552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7"/>
          <p:cNvSpPr txBox="1">
            <a:spLocks noGrp="1"/>
          </p:cNvSpPr>
          <p:nvPr>
            <p:ph type="sldNum" idx="12"/>
          </p:nvPr>
        </p:nvSpPr>
        <p:spPr>
          <a:xfrm>
            <a:off x="30998160" y="28815460"/>
            <a:ext cx="9875520" cy="16552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8"/>
          <p:cNvSpPr txBox="1">
            <a:spLocks noGrp="1"/>
          </p:cNvSpPr>
          <p:nvPr>
            <p:ph type="title"/>
          </p:nvPr>
        </p:nvSpPr>
        <p:spPr>
          <a:xfrm>
            <a:off x="3017520" y="1655240"/>
            <a:ext cx="37856160" cy="600921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
          <p:cNvSpPr txBox="1">
            <a:spLocks noGrp="1"/>
          </p:cNvSpPr>
          <p:nvPr>
            <p:ph type="dt" idx="10"/>
          </p:nvPr>
        </p:nvSpPr>
        <p:spPr>
          <a:xfrm>
            <a:off x="3017520" y="28815460"/>
            <a:ext cx="9875520" cy="16552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
          <p:cNvSpPr txBox="1">
            <a:spLocks noGrp="1"/>
          </p:cNvSpPr>
          <p:nvPr>
            <p:ph type="ftr" idx="11"/>
          </p:nvPr>
        </p:nvSpPr>
        <p:spPr>
          <a:xfrm>
            <a:off x="14538960" y="28815460"/>
            <a:ext cx="14813280" cy="16552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8"/>
          <p:cNvSpPr txBox="1">
            <a:spLocks noGrp="1"/>
          </p:cNvSpPr>
          <p:nvPr>
            <p:ph type="sldNum" idx="12"/>
          </p:nvPr>
        </p:nvSpPr>
        <p:spPr>
          <a:xfrm>
            <a:off x="30998160" y="28815460"/>
            <a:ext cx="9875520" cy="16552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8"/>
        <p:cNvGrpSpPr/>
        <p:nvPr/>
      </p:nvGrpSpPr>
      <p:grpSpPr>
        <a:xfrm>
          <a:off x="0" y="0"/>
          <a:ext cx="0" cy="0"/>
          <a:chOff x="0" y="0"/>
          <a:chExt cx="0" cy="0"/>
        </a:xfrm>
      </p:grpSpPr>
      <p:sp>
        <p:nvSpPr>
          <p:cNvPr id="69" name="Google Shape;69;p9"/>
          <p:cNvSpPr txBox="1">
            <a:spLocks noGrp="1"/>
          </p:cNvSpPr>
          <p:nvPr>
            <p:ph type="dt" idx="10"/>
          </p:nvPr>
        </p:nvSpPr>
        <p:spPr>
          <a:xfrm>
            <a:off x="3017520" y="28815460"/>
            <a:ext cx="9875520" cy="16552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ftr" idx="11"/>
          </p:nvPr>
        </p:nvSpPr>
        <p:spPr>
          <a:xfrm>
            <a:off x="14538960" y="28815460"/>
            <a:ext cx="14813280" cy="16552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9"/>
          <p:cNvSpPr txBox="1">
            <a:spLocks noGrp="1"/>
          </p:cNvSpPr>
          <p:nvPr>
            <p:ph type="sldNum" idx="12"/>
          </p:nvPr>
        </p:nvSpPr>
        <p:spPr>
          <a:xfrm>
            <a:off x="30998160" y="28815460"/>
            <a:ext cx="9875520" cy="16552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2"/>
        <p:cNvGrpSpPr/>
        <p:nvPr/>
      </p:nvGrpSpPr>
      <p:grpSpPr>
        <a:xfrm>
          <a:off x="0" y="0"/>
          <a:ext cx="0" cy="0"/>
          <a:chOff x="0" y="0"/>
          <a:chExt cx="0" cy="0"/>
        </a:xfrm>
      </p:grpSpPr>
      <p:sp>
        <p:nvSpPr>
          <p:cNvPr id="73" name="Google Shape;73;p10"/>
          <p:cNvSpPr txBox="1">
            <a:spLocks noGrp="1"/>
          </p:cNvSpPr>
          <p:nvPr>
            <p:ph type="title"/>
          </p:nvPr>
        </p:nvSpPr>
        <p:spPr>
          <a:xfrm>
            <a:off x="3023237" y="2072640"/>
            <a:ext cx="14156054" cy="72542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4507"/>
              <a:buFont typeface="Calibri"/>
              <a:buNone/>
              <a:defRPr sz="14507"/>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0"/>
          <p:cNvSpPr txBox="1">
            <a:spLocks noGrp="1"/>
          </p:cNvSpPr>
          <p:nvPr>
            <p:ph type="body" idx="1"/>
          </p:nvPr>
        </p:nvSpPr>
        <p:spPr>
          <a:xfrm>
            <a:off x="18659477" y="4476333"/>
            <a:ext cx="22219920" cy="22093767"/>
          </a:xfrm>
          <a:prstGeom prst="rect">
            <a:avLst/>
          </a:prstGeom>
          <a:noFill/>
          <a:ln>
            <a:noFill/>
          </a:ln>
        </p:spPr>
        <p:txBody>
          <a:bodyPr spcFirstLastPara="1" wrap="square" lIns="91425" tIns="45700" rIns="91425" bIns="45700" anchor="t" anchorCtr="0">
            <a:normAutofit/>
          </a:bodyPr>
          <a:lstStyle>
            <a:lvl1pPr marL="457200" lvl="0" indent="-1149794" algn="l">
              <a:lnSpc>
                <a:spcPct val="90000"/>
              </a:lnSpc>
              <a:spcBef>
                <a:spcPts val="4533"/>
              </a:spcBef>
              <a:spcAft>
                <a:spcPts val="0"/>
              </a:spcAft>
              <a:buClr>
                <a:schemeClr val="dk1"/>
              </a:buClr>
              <a:buSzPts val="14507"/>
              <a:buChar char="•"/>
              <a:defRPr sz="14507"/>
            </a:lvl1pPr>
            <a:lvl2pPr marL="914400" lvl="1" indent="-1034605" algn="l">
              <a:lnSpc>
                <a:spcPct val="90000"/>
              </a:lnSpc>
              <a:spcBef>
                <a:spcPts val="2267"/>
              </a:spcBef>
              <a:spcAft>
                <a:spcPts val="0"/>
              </a:spcAft>
              <a:buClr>
                <a:schemeClr val="dk1"/>
              </a:buClr>
              <a:buSzPts val="12693"/>
              <a:buChar char="•"/>
              <a:defRPr sz="12693"/>
            </a:lvl2pPr>
            <a:lvl3pPr marL="1371600" lvl="2" indent="-919480" algn="l">
              <a:lnSpc>
                <a:spcPct val="90000"/>
              </a:lnSpc>
              <a:spcBef>
                <a:spcPts val="2267"/>
              </a:spcBef>
              <a:spcAft>
                <a:spcPts val="0"/>
              </a:spcAft>
              <a:buClr>
                <a:schemeClr val="dk1"/>
              </a:buClr>
              <a:buSzPts val="10880"/>
              <a:buChar char="•"/>
              <a:defRPr sz="10880"/>
            </a:lvl3pPr>
            <a:lvl4pPr marL="1828800" lvl="3" indent="-804354" algn="l">
              <a:lnSpc>
                <a:spcPct val="90000"/>
              </a:lnSpc>
              <a:spcBef>
                <a:spcPts val="2267"/>
              </a:spcBef>
              <a:spcAft>
                <a:spcPts val="0"/>
              </a:spcAft>
              <a:buClr>
                <a:schemeClr val="dk1"/>
              </a:buClr>
              <a:buSzPts val="9067"/>
              <a:buChar char="•"/>
              <a:defRPr sz="9067"/>
            </a:lvl4pPr>
            <a:lvl5pPr marL="2286000" lvl="4" indent="-804354" algn="l">
              <a:lnSpc>
                <a:spcPct val="90000"/>
              </a:lnSpc>
              <a:spcBef>
                <a:spcPts val="2267"/>
              </a:spcBef>
              <a:spcAft>
                <a:spcPts val="0"/>
              </a:spcAft>
              <a:buClr>
                <a:schemeClr val="dk1"/>
              </a:buClr>
              <a:buSzPts val="9067"/>
              <a:buChar char="•"/>
              <a:defRPr sz="9067"/>
            </a:lvl5pPr>
            <a:lvl6pPr marL="2743200" lvl="5" indent="-804354" algn="l">
              <a:lnSpc>
                <a:spcPct val="90000"/>
              </a:lnSpc>
              <a:spcBef>
                <a:spcPts val="2267"/>
              </a:spcBef>
              <a:spcAft>
                <a:spcPts val="0"/>
              </a:spcAft>
              <a:buClr>
                <a:schemeClr val="dk1"/>
              </a:buClr>
              <a:buSzPts val="9067"/>
              <a:buChar char="•"/>
              <a:defRPr sz="9067"/>
            </a:lvl6pPr>
            <a:lvl7pPr marL="3200400" lvl="6" indent="-804354" algn="l">
              <a:lnSpc>
                <a:spcPct val="90000"/>
              </a:lnSpc>
              <a:spcBef>
                <a:spcPts val="2267"/>
              </a:spcBef>
              <a:spcAft>
                <a:spcPts val="0"/>
              </a:spcAft>
              <a:buClr>
                <a:schemeClr val="dk1"/>
              </a:buClr>
              <a:buSzPts val="9067"/>
              <a:buChar char="•"/>
              <a:defRPr sz="9067"/>
            </a:lvl7pPr>
            <a:lvl8pPr marL="3657600" lvl="7" indent="-804354" algn="l">
              <a:lnSpc>
                <a:spcPct val="90000"/>
              </a:lnSpc>
              <a:spcBef>
                <a:spcPts val="2267"/>
              </a:spcBef>
              <a:spcAft>
                <a:spcPts val="0"/>
              </a:spcAft>
              <a:buClr>
                <a:schemeClr val="dk1"/>
              </a:buClr>
              <a:buSzPts val="9067"/>
              <a:buChar char="•"/>
              <a:defRPr sz="9067"/>
            </a:lvl8pPr>
            <a:lvl9pPr marL="4114800" lvl="8" indent="-804354" algn="l">
              <a:lnSpc>
                <a:spcPct val="90000"/>
              </a:lnSpc>
              <a:spcBef>
                <a:spcPts val="2267"/>
              </a:spcBef>
              <a:spcAft>
                <a:spcPts val="0"/>
              </a:spcAft>
              <a:buClr>
                <a:schemeClr val="dk1"/>
              </a:buClr>
              <a:buSzPts val="9067"/>
              <a:buChar char="•"/>
              <a:defRPr sz="9067"/>
            </a:lvl9pPr>
          </a:lstStyle>
          <a:p>
            <a:endParaRPr/>
          </a:p>
        </p:txBody>
      </p:sp>
      <p:sp>
        <p:nvSpPr>
          <p:cNvPr id="75" name="Google Shape;75;p10"/>
          <p:cNvSpPr txBox="1">
            <a:spLocks noGrp="1"/>
          </p:cNvSpPr>
          <p:nvPr>
            <p:ph type="body" idx="2"/>
          </p:nvPr>
        </p:nvSpPr>
        <p:spPr>
          <a:xfrm>
            <a:off x="3023237" y="9326880"/>
            <a:ext cx="14156054" cy="1727919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533"/>
              </a:spcBef>
              <a:spcAft>
                <a:spcPts val="0"/>
              </a:spcAft>
              <a:buClr>
                <a:schemeClr val="dk1"/>
              </a:buClr>
              <a:buSzPts val="7253"/>
              <a:buNone/>
              <a:defRPr sz="7253"/>
            </a:lvl1pPr>
            <a:lvl2pPr marL="914400" lvl="1" indent="-228600" algn="l">
              <a:lnSpc>
                <a:spcPct val="90000"/>
              </a:lnSpc>
              <a:spcBef>
                <a:spcPts val="2267"/>
              </a:spcBef>
              <a:spcAft>
                <a:spcPts val="0"/>
              </a:spcAft>
              <a:buClr>
                <a:schemeClr val="dk1"/>
              </a:buClr>
              <a:buSzPts val="6347"/>
              <a:buNone/>
              <a:defRPr sz="6347"/>
            </a:lvl2pPr>
            <a:lvl3pPr marL="1371600" lvl="2" indent="-228600" algn="l">
              <a:lnSpc>
                <a:spcPct val="90000"/>
              </a:lnSpc>
              <a:spcBef>
                <a:spcPts val="2267"/>
              </a:spcBef>
              <a:spcAft>
                <a:spcPts val="0"/>
              </a:spcAft>
              <a:buClr>
                <a:schemeClr val="dk1"/>
              </a:buClr>
              <a:buSzPts val="5440"/>
              <a:buNone/>
              <a:defRPr sz="5440"/>
            </a:lvl3pPr>
            <a:lvl4pPr marL="1828800" lvl="3" indent="-228600" algn="l">
              <a:lnSpc>
                <a:spcPct val="90000"/>
              </a:lnSpc>
              <a:spcBef>
                <a:spcPts val="2267"/>
              </a:spcBef>
              <a:spcAft>
                <a:spcPts val="0"/>
              </a:spcAft>
              <a:buClr>
                <a:schemeClr val="dk1"/>
              </a:buClr>
              <a:buSzPts val="4533"/>
              <a:buNone/>
              <a:defRPr sz="4533"/>
            </a:lvl4pPr>
            <a:lvl5pPr marL="2286000" lvl="4" indent="-228600" algn="l">
              <a:lnSpc>
                <a:spcPct val="90000"/>
              </a:lnSpc>
              <a:spcBef>
                <a:spcPts val="2267"/>
              </a:spcBef>
              <a:spcAft>
                <a:spcPts val="0"/>
              </a:spcAft>
              <a:buClr>
                <a:schemeClr val="dk1"/>
              </a:buClr>
              <a:buSzPts val="4533"/>
              <a:buNone/>
              <a:defRPr sz="4533"/>
            </a:lvl5pPr>
            <a:lvl6pPr marL="2743200" lvl="5" indent="-228600" algn="l">
              <a:lnSpc>
                <a:spcPct val="90000"/>
              </a:lnSpc>
              <a:spcBef>
                <a:spcPts val="2267"/>
              </a:spcBef>
              <a:spcAft>
                <a:spcPts val="0"/>
              </a:spcAft>
              <a:buClr>
                <a:schemeClr val="dk1"/>
              </a:buClr>
              <a:buSzPts val="4533"/>
              <a:buNone/>
              <a:defRPr sz="4533"/>
            </a:lvl6pPr>
            <a:lvl7pPr marL="3200400" lvl="6" indent="-228600" algn="l">
              <a:lnSpc>
                <a:spcPct val="90000"/>
              </a:lnSpc>
              <a:spcBef>
                <a:spcPts val="2267"/>
              </a:spcBef>
              <a:spcAft>
                <a:spcPts val="0"/>
              </a:spcAft>
              <a:buClr>
                <a:schemeClr val="dk1"/>
              </a:buClr>
              <a:buSzPts val="4533"/>
              <a:buNone/>
              <a:defRPr sz="4533"/>
            </a:lvl7pPr>
            <a:lvl8pPr marL="3657600" lvl="7" indent="-228600" algn="l">
              <a:lnSpc>
                <a:spcPct val="90000"/>
              </a:lnSpc>
              <a:spcBef>
                <a:spcPts val="2267"/>
              </a:spcBef>
              <a:spcAft>
                <a:spcPts val="0"/>
              </a:spcAft>
              <a:buClr>
                <a:schemeClr val="dk1"/>
              </a:buClr>
              <a:buSzPts val="4533"/>
              <a:buNone/>
              <a:defRPr sz="4533"/>
            </a:lvl8pPr>
            <a:lvl9pPr marL="4114800" lvl="8" indent="-228600" algn="l">
              <a:lnSpc>
                <a:spcPct val="90000"/>
              </a:lnSpc>
              <a:spcBef>
                <a:spcPts val="2267"/>
              </a:spcBef>
              <a:spcAft>
                <a:spcPts val="0"/>
              </a:spcAft>
              <a:buClr>
                <a:schemeClr val="dk1"/>
              </a:buClr>
              <a:buSzPts val="4533"/>
              <a:buNone/>
              <a:defRPr sz="4533"/>
            </a:lvl9pPr>
          </a:lstStyle>
          <a:p>
            <a:endParaRPr/>
          </a:p>
        </p:txBody>
      </p:sp>
      <p:sp>
        <p:nvSpPr>
          <p:cNvPr id="76" name="Google Shape;76;p10"/>
          <p:cNvSpPr txBox="1">
            <a:spLocks noGrp="1"/>
          </p:cNvSpPr>
          <p:nvPr>
            <p:ph type="dt" idx="10"/>
          </p:nvPr>
        </p:nvSpPr>
        <p:spPr>
          <a:xfrm>
            <a:off x="3017520" y="28815460"/>
            <a:ext cx="9875520" cy="16552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ftr" idx="11"/>
          </p:nvPr>
        </p:nvSpPr>
        <p:spPr>
          <a:xfrm>
            <a:off x="14538960" y="28815460"/>
            <a:ext cx="14813280" cy="16552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0"/>
          <p:cNvSpPr txBox="1">
            <a:spLocks noGrp="1"/>
          </p:cNvSpPr>
          <p:nvPr>
            <p:ph type="sldNum" idx="12"/>
          </p:nvPr>
        </p:nvSpPr>
        <p:spPr>
          <a:xfrm>
            <a:off x="30998160" y="28815460"/>
            <a:ext cx="9875520" cy="16552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sp>
        <p:nvSpPr>
          <p:cNvPr id="80" name="Google Shape;80;p11"/>
          <p:cNvSpPr txBox="1">
            <a:spLocks noGrp="1"/>
          </p:cNvSpPr>
          <p:nvPr>
            <p:ph type="title"/>
          </p:nvPr>
        </p:nvSpPr>
        <p:spPr>
          <a:xfrm>
            <a:off x="3023237" y="2072640"/>
            <a:ext cx="14156054" cy="72542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4507"/>
              <a:buFont typeface="Calibri"/>
              <a:buNone/>
              <a:defRPr sz="14507"/>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a:spLocks noGrp="1"/>
          </p:cNvSpPr>
          <p:nvPr>
            <p:ph type="pic" idx="2"/>
          </p:nvPr>
        </p:nvSpPr>
        <p:spPr>
          <a:xfrm>
            <a:off x="18659477" y="4476333"/>
            <a:ext cx="22219920" cy="22093767"/>
          </a:xfrm>
          <a:prstGeom prst="rect">
            <a:avLst/>
          </a:prstGeom>
          <a:noFill/>
          <a:ln>
            <a:noFill/>
          </a:ln>
        </p:spPr>
      </p:sp>
      <p:sp>
        <p:nvSpPr>
          <p:cNvPr id="82" name="Google Shape;82;p11"/>
          <p:cNvSpPr txBox="1">
            <a:spLocks noGrp="1"/>
          </p:cNvSpPr>
          <p:nvPr>
            <p:ph type="body" idx="1"/>
          </p:nvPr>
        </p:nvSpPr>
        <p:spPr>
          <a:xfrm>
            <a:off x="3023237" y="9326880"/>
            <a:ext cx="14156054" cy="1727919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533"/>
              </a:spcBef>
              <a:spcAft>
                <a:spcPts val="0"/>
              </a:spcAft>
              <a:buClr>
                <a:schemeClr val="dk1"/>
              </a:buClr>
              <a:buSzPts val="7253"/>
              <a:buNone/>
              <a:defRPr sz="7253"/>
            </a:lvl1pPr>
            <a:lvl2pPr marL="914400" lvl="1" indent="-228600" algn="l">
              <a:lnSpc>
                <a:spcPct val="90000"/>
              </a:lnSpc>
              <a:spcBef>
                <a:spcPts val="2267"/>
              </a:spcBef>
              <a:spcAft>
                <a:spcPts val="0"/>
              </a:spcAft>
              <a:buClr>
                <a:schemeClr val="dk1"/>
              </a:buClr>
              <a:buSzPts val="6347"/>
              <a:buNone/>
              <a:defRPr sz="6347"/>
            </a:lvl2pPr>
            <a:lvl3pPr marL="1371600" lvl="2" indent="-228600" algn="l">
              <a:lnSpc>
                <a:spcPct val="90000"/>
              </a:lnSpc>
              <a:spcBef>
                <a:spcPts val="2267"/>
              </a:spcBef>
              <a:spcAft>
                <a:spcPts val="0"/>
              </a:spcAft>
              <a:buClr>
                <a:schemeClr val="dk1"/>
              </a:buClr>
              <a:buSzPts val="5440"/>
              <a:buNone/>
              <a:defRPr sz="5440"/>
            </a:lvl3pPr>
            <a:lvl4pPr marL="1828800" lvl="3" indent="-228600" algn="l">
              <a:lnSpc>
                <a:spcPct val="90000"/>
              </a:lnSpc>
              <a:spcBef>
                <a:spcPts val="2267"/>
              </a:spcBef>
              <a:spcAft>
                <a:spcPts val="0"/>
              </a:spcAft>
              <a:buClr>
                <a:schemeClr val="dk1"/>
              </a:buClr>
              <a:buSzPts val="4533"/>
              <a:buNone/>
              <a:defRPr sz="4533"/>
            </a:lvl4pPr>
            <a:lvl5pPr marL="2286000" lvl="4" indent="-228600" algn="l">
              <a:lnSpc>
                <a:spcPct val="90000"/>
              </a:lnSpc>
              <a:spcBef>
                <a:spcPts val="2267"/>
              </a:spcBef>
              <a:spcAft>
                <a:spcPts val="0"/>
              </a:spcAft>
              <a:buClr>
                <a:schemeClr val="dk1"/>
              </a:buClr>
              <a:buSzPts val="4533"/>
              <a:buNone/>
              <a:defRPr sz="4533"/>
            </a:lvl5pPr>
            <a:lvl6pPr marL="2743200" lvl="5" indent="-228600" algn="l">
              <a:lnSpc>
                <a:spcPct val="90000"/>
              </a:lnSpc>
              <a:spcBef>
                <a:spcPts val="2267"/>
              </a:spcBef>
              <a:spcAft>
                <a:spcPts val="0"/>
              </a:spcAft>
              <a:buClr>
                <a:schemeClr val="dk1"/>
              </a:buClr>
              <a:buSzPts val="4533"/>
              <a:buNone/>
              <a:defRPr sz="4533"/>
            </a:lvl6pPr>
            <a:lvl7pPr marL="3200400" lvl="6" indent="-228600" algn="l">
              <a:lnSpc>
                <a:spcPct val="90000"/>
              </a:lnSpc>
              <a:spcBef>
                <a:spcPts val="2267"/>
              </a:spcBef>
              <a:spcAft>
                <a:spcPts val="0"/>
              </a:spcAft>
              <a:buClr>
                <a:schemeClr val="dk1"/>
              </a:buClr>
              <a:buSzPts val="4533"/>
              <a:buNone/>
              <a:defRPr sz="4533"/>
            </a:lvl7pPr>
            <a:lvl8pPr marL="3657600" lvl="7" indent="-228600" algn="l">
              <a:lnSpc>
                <a:spcPct val="90000"/>
              </a:lnSpc>
              <a:spcBef>
                <a:spcPts val="2267"/>
              </a:spcBef>
              <a:spcAft>
                <a:spcPts val="0"/>
              </a:spcAft>
              <a:buClr>
                <a:schemeClr val="dk1"/>
              </a:buClr>
              <a:buSzPts val="4533"/>
              <a:buNone/>
              <a:defRPr sz="4533"/>
            </a:lvl8pPr>
            <a:lvl9pPr marL="4114800" lvl="8" indent="-228600" algn="l">
              <a:lnSpc>
                <a:spcPct val="90000"/>
              </a:lnSpc>
              <a:spcBef>
                <a:spcPts val="2267"/>
              </a:spcBef>
              <a:spcAft>
                <a:spcPts val="0"/>
              </a:spcAft>
              <a:buClr>
                <a:schemeClr val="dk1"/>
              </a:buClr>
              <a:buSzPts val="4533"/>
              <a:buNone/>
              <a:defRPr sz="4533"/>
            </a:lvl9pPr>
          </a:lstStyle>
          <a:p>
            <a:endParaRPr/>
          </a:p>
        </p:txBody>
      </p:sp>
      <p:sp>
        <p:nvSpPr>
          <p:cNvPr id="83" name="Google Shape;83;p11"/>
          <p:cNvSpPr txBox="1">
            <a:spLocks noGrp="1"/>
          </p:cNvSpPr>
          <p:nvPr>
            <p:ph type="dt" idx="10"/>
          </p:nvPr>
        </p:nvSpPr>
        <p:spPr>
          <a:xfrm>
            <a:off x="3017520" y="28815460"/>
            <a:ext cx="9875520" cy="16552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ftr" idx="11"/>
          </p:nvPr>
        </p:nvSpPr>
        <p:spPr>
          <a:xfrm>
            <a:off x="14538960" y="28815460"/>
            <a:ext cx="14813280" cy="16552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1"/>
          <p:cNvSpPr txBox="1">
            <a:spLocks noGrp="1"/>
          </p:cNvSpPr>
          <p:nvPr>
            <p:ph type="sldNum" idx="12"/>
          </p:nvPr>
        </p:nvSpPr>
        <p:spPr>
          <a:xfrm>
            <a:off x="30998160" y="28815460"/>
            <a:ext cx="9875520" cy="16552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6"/>
        <p:cNvGrpSpPr/>
        <p:nvPr/>
      </p:nvGrpSpPr>
      <p:grpSpPr>
        <a:xfrm>
          <a:off x="0" y="0"/>
          <a:ext cx="0" cy="0"/>
          <a:chOff x="0" y="0"/>
          <a:chExt cx="0" cy="0"/>
        </a:xfrm>
      </p:grpSpPr>
      <p:sp>
        <p:nvSpPr>
          <p:cNvPr id="87" name="Google Shape;87;p12"/>
          <p:cNvSpPr txBox="1">
            <a:spLocks noGrp="1"/>
          </p:cNvSpPr>
          <p:nvPr>
            <p:ph type="title"/>
          </p:nvPr>
        </p:nvSpPr>
        <p:spPr>
          <a:xfrm>
            <a:off x="3017520" y="1655240"/>
            <a:ext cx="37856160" cy="600921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12082567" y="-788881"/>
            <a:ext cx="19726066" cy="3785616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533"/>
              </a:spcBef>
              <a:spcAft>
                <a:spcPts val="0"/>
              </a:spcAft>
              <a:buClr>
                <a:schemeClr val="dk1"/>
              </a:buClr>
              <a:buSzPts val="1800"/>
              <a:buChar char="•"/>
              <a:defRPr/>
            </a:lvl1pPr>
            <a:lvl2pPr marL="914400" lvl="1" indent="-342900" algn="l">
              <a:lnSpc>
                <a:spcPct val="90000"/>
              </a:lnSpc>
              <a:spcBef>
                <a:spcPts val="2267"/>
              </a:spcBef>
              <a:spcAft>
                <a:spcPts val="0"/>
              </a:spcAft>
              <a:buClr>
                <a:schemeClr val="dk1"/>
              </a:buClr>
              <a:buSzPts val="1800"/>
              <a:buChar char="•"/>
              <a:defRPr/>
            </a:lvl2pPr>
            <a:lvl3pPr marL="1371600" lvl="2" indent="-342900" algn="l">
              <a:lnSpc>
                <a:spcPct val="90000"/>
              </a:lnSpc>
              <a:spcBef>
                <a:spcPts val="2267"/>
              </a:spcBef>
              <a:spcAft>
                <a:spcPts val="0"/>
              </a:spcAft>
              <a:buClr>
                <a:schemeClr val="dk1"/>
              </a:buClr>
              <a:buSzPts val="1800"/>
              <a:buChar char="•"/>
              <a:defRPr/>
            </a:lvl3pPr>
            <a:lvl4pPr marL="1828800" lvl="3" indent="-342900" algn="l">
              <a:lnSpc>
                <a:spcPct val="90000"/>
              </a:lnSpc>
              <a:spcBef>
                <a:spcPts val="2267"/>
              </a:spcBef>
              <a:spcAft>
                <a:spcPts val="0"/>
              </a:spcAft>
              <a:buClr>
                <a:schemeClr val="dk1"/>
              </a:buClr>
              <a:buSzPts val="1800"/>
              <a:buChar char="•"/>
              <a:defRPr/>
            </a:lvl4pPr>
            <a:lvl5pPr marL="2286000" lvl="4" indent="-342900" algn="l">
              <a:lnSpc>
                <a:spcPct val="90000"/>
              </a:lnSpc>
              <a:spcBef>
                <a:spcPts val="2267"/>
              </a:spcBef>
              <a:spcAft>
                <a:spcPts val="0"/>
              </a:spcAft>
              <a:buClr>
                <a:schemeClr val="dk1"/>
              </a:buClr>
              <a:buSzPts val="1800"/>
              <a:buChar char="•"/>
              <a:defRPr/>
            </a:lvl5pPr>
            <a:lvl6pPr marL="2743200" lvl="5" indent="-342900" algn="l">
              <a:lnSpc>
                <a:spcPct val="90000"/>
              </a:lnSpc>
              <a:spcBef>
                <a:spcPts val="2267"/>
              </a:spcBef>
              <a:spcAft>
                <a:spcPts val="0"/>
              </a:spcAft>
              <a:buClr>
                <a:schemeClr val="dk1"/>
              </a:buClr>
              <a:buSzPts val="1800"/>
              <a:buChar char="•"/>
              <a:defRPr/>
            </a:lvl6pPr>
            <a:lvl7pPr marL="3200400" lvl="6" indent="-342900" algn="l">
              <a:lnSpc>
                <a:spcPct val="90000"/>
              </a:lnSpc>
              <a:spcBef>
                <a:spcPts val="2267"/>
              </a:spcBef>
              <a:spcAft>
                <a:spcPts val="0"/>
              </a:spcAft>
              <a:buClr>
                <a:schemeClr val="dk1"/>
              </a:buClr>
              <a:buSzPts val="1800"/>
              <a:buChar char="•"/>
              <a:defRPr/>
            </a:lvl7pPr>
            <a:lvl8pPr marL="3657600" lvl="7" indent="-342900" algn="l">
              <a:lnSpc>
                <a:spcPct val="90000"/>
              </a:lnSpc>
              <a:spcBef>
                <a:spcPts val="2267"/>
              </a:spcBef>
              <a:spcAft>
                <a:spcPts val="0"/>
              </a:spcAft>
              <a:buClr>
                <a:schemeClr val="dk1"/>
              </a:buClr>
              <a:buSzPts val="1800"/>
              <a:buChar char="•"/>
              <a:defRPr/>
            </a:lvl8pPr>
            <a:lvl9pPr marL="4114800" lvl="8" indent="-342900" algn="l">
              <a:lnSpc>
                <a:spcPct val="90000"/>
              </a:lnSpc>
              <a:spcBef>
                <a:spcPts val="2267"/>
              </a:spcBef>
              <a:spcAft>
                <a:spcPts val="0"/>
              </a:spcAft>
              <a:buClr>
                <a:schemeClr val="dk1"/>
              </a:buClr>
              <a:buSzPts val="1800"/>
              <a:buChar char="•"/>
              <a:defRPr/>
            </a:lvl9pPr>
          </a:lstStyle>
          <a:p>
            <a:endParaRPr/>
          </a:p>
        </p:txBody>
      </p:sp>
      <p:sp>
        <p:nvSpPr>
          <p:cNvPr id="89" name="Google Shape;89;p12"/>
          <p:cNvSpPr txBox="1">
            <a:spLocks noGrp="1"/>
          </p:cNvSpPr>
          <p:nvPr>
            <p:ph type="dt" idx="10"/>
          </p:nvPr>
        </p:nvSpPr>
        <p:spPr>
          <a:xfrm>
            <a:off x="3017520" y="28815460"/>
            <a:ext cx="9875520" cy="16552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14538960" y="28815460"/>
            <a:ext cx="14813280" cy="16552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30998160" y="28815460"/>
            <a:ext cx="9875520" cy="16552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sp>
        <p:nvSpPr>
          <p:cNvPr id="93" name="Google Shape;93;p13"/>
          <p:cNvSpPr txBox="1">
            <a:spLocks noGrp="1"/>
          </p:cNvSpPr>
          <p:nvPr>
            <p:ph type="title"/>
          </p:nvPr>
        </p:nvSpPr>
        <p:spPr>
          <a:xfrm rot="5400000">
            <a:off x="22968162" y="10096713"/>
            <a:ext cx="26346999" cy="94640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3"/>
          <p:cNvSpPr txBox="1">
            <a:spLocks noGrp="1"/>
          </p:cNvSpPr>
          <p:nvPr>
            <p:ph type="body" idx="1"/>
          </p:nvPr>
        </p:nvSpPr>
        <p:spPr>
          <a:xfrm rot="5400000">
            <a:off x="3765763" y="906993"/>
            <a:ext cx="26346999" cy="27843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533"/>
              </a:spcBef>
              <a:spcAft>
                <a:spcPts val="0"/>
              </a:spcAft>
              <a:buClr>
                <a:schemeClr val="dk1"/>
              </a:buClr>
              <a:buSzPts val="1800"/>
              <a:buChar char="•"/>
              <a:defRPr/>
            </a:lvl1pPr>
            <a:lvl2pPr marL="914400" lvl="1" indent="-342900" algn="l">
              <a:lnSpc>
                <a:spcPct val="90000"/>
              </a:lnSpc>
              <a:spcBef>
                <a:spcPts val="2267"/>
              </a:spcBef>
              <a:spcAft>
                <a:spcPts val="0"/>
              </a:spcAft>
              <a:buClr>
                <a:schemeClr val="dk1"/>
              </a:buClr>
              <a:buSzPts val="1800"/>
              <a:buChar char="•"/>
              <a:defRPr/>
            </a:lvl2pPr>
            <a:lvl3pPr marL="1371600" lvl="2" indent="-342900" algn="l">
              <a:lnSpc>
                <a:spcPct val="90000"/>
              </a:lnSpc>
              <a:spcBef>
                <a:spcPts val="2267"/>
              </a:spcBef>
              <a:spcAft>
                <a:spcPts val="0"/>
              </a:spcAft>
              <a:buClr>
                <a:schemeClr val="dk1"/>
              </a:buClr>
              <a:buSzPts val="1800"/>
              <a:buChar char="•"/>
              <a:defRPr/>
            </a:lvl3pPr>
            <a:lvl4pPr marL="1828800" lvl="3" indent="-342900" algn="l">
              <a:lnSpc>
                <a:spcPct val="90000"/>
              </a:lnSpc>
              <a:spcBef>
                <a:spcPts val="2267"/>
              </a:spcBef>
              <a:spcAft>
                <a:spcPts val="0"/>
              </a:spcAft>
              <a:buClr>
                <a:schemeClr val="dk1"/>
              </a:buClr>
              <a:buSzPts val="1800"/>
              <a:buChar char="•"/>
              <a:defRPr/>
            </a:lvl4pPr>
            <a:lvl5pPr marL="2286000" lvl="4" indent="-342900" algn="l">
              <a:lnSpc>
                <a:spcPct val="90000"/>
              </a:lnSpc>
              <a:spcBef>
                <a:spcPts val="2267"/>
              </a:spcBef>
              <a:spcAft>
                <a:spcPts val="0"/>
              </a:spcAft>
              <a:buClr>
                <a:schemeClr val="dk1"/>
              </a:buClr>
              <a:buSzPts val="1800"/>
              <a:buChar char="•"/>
              <a:defRPr/>
            </a:lvl5pPr>
            <a:lvl6pPr marL="2743200" lvl="5" indent="-342900" algn="l">
              <a:lnSpc>
                <a:spcPct val="90000"/>
              </a:lnSpc>
              <a:spcBef>
                <a:spcPts val="2267"/>
              </a:spcBef>
              <a:spcAft>
                <a:spcPts val="0"/>
              </a:spcAft>
              <a:buClr>
                <a:schemeClr val="dk1"/>
              </a:buClr>
              <a:buSzPts val="1800"/>
              <a:buChar char="•"/>
              <a:defRPr/>
            </a:lvl6pPr>
            <a:lvl7pPr marL="3200400" lvl="6" indent="-342900" algn="l">
              <a:lnSpc>
                <a:spcPct val="90000"/>
              </a:lnSpc>
              <a:spcBef>
                <a:spcPts val="2267"/>
              </a:spcBef>
              <a:spcAft>
                <a:spcPts val="0"/>
              </a:spcAft>
              <a:buClr>
                <a:schemeClr val="dk1"/>
              </a:buClr>
              <a:buSzPts val="1800"/>
              <a:buChar char="•"/>
              <a:defRPr/>
            </a:lvl7pPr>
            <a:lvl8pPr marL="3657600" lvl="7" indent="-342900" algn="l">
              <a:lnSpc>
                <a:spcPct val="90000"/>
              </a:lnSpc>
              <a:spcBef>
                <a:spcPts val="2267"/>
              </a:spcBef>
              <a:spcAft>
                <a:spcPts val="0"/>
              </a:spcAft>
              <a:buClr>
                <a:schemeClr val="dk1"/>
              </a:buClr>
              <a:buSzPts val="1800"/>
              <a:buChar char="•"/>
              <a:defRPr/>
            </a:lvl8pPr>
            <a:lvl9pPr marL="4114800" lvl="8" indent="-342900" algn="l">
              <a:lnSpc>
                <a:spcPct val="90000"/>
              </a:lnSpc>
              <a:spcBef>
                <a:spcPts val="2267"/>
              </a:spcBef>
              <a:spcAft>
                <a:spcPts val="0"/>
              </a:spcAft>
              <a:buClr>
                <a:schemeClr val="dk1"/>
              </a:buClr>
              <a:buSzPts val="1800"/>
              <a:buChar char="•"/>
              <a:defRPr/>
            </a:lvl9pPr>
          </a:lstStyle>
          <a:p>
            <a:endParaRPr/>
          </a:p>
        </p:txBody>
      </p:sp>
      <p:sp>
        <p:nvSpPr>
          <p:cNvPr id="95" name="Google Shape;95;p13"/>
          <p:cNvSpPr txBox="1">
            <a:spLocks noGrp="1"/>
          </p:cNvSpPr>
          <p:nvPr>
            <p:ph type="dt" idx="10"/>
          </p:nvPr>
        </p:nvSpPr>
        <p:spPr>
          <a:xfrm>
            <a:off x="3017520" y="28815460"/>
            <a:ext cx="9875520" cy="16552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3"/>
          <p:cNvSpPr txBox="1">
            <a:spLocks noGrp="1"/>
          </p:cNvSpPr>
          <p:nvPr>
            <p:ph type="ftr" idx="11"/>
          </p:nvPr>
        </p:nvSpPr>
        <p:spPr>
          <a:xfrm>
            <a:off x="14538960" y="28815460"/>
            <a:ext cx="14813280" cy="16552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13"/>
          <p:cNvSpPr txBox="1">
            <a:spLocks noGrp="1"/>
          </p:cNvSpPr>
          <p:nvPr>
            <p:ph type="sldNum" idx="12"/>
          </p:nvPr>
        </p:nvSpPr>
        <p:spPr>
          <a:xfrm>
            <a:off x="30998160" y="28815460"/>
            <a:ext cx="9875520" cy="16552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3017520" y="1655240"/>
            <a:ext cx="37856160" cy="600921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9947"/>
              <a:buFont typeface="Calibri"/>
              <a:buNone/>
              <a:defRPr sz="19947"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3017520" y="8276166"/>
            <a:ext cx="37856160" cy="19726066"/>
          </a:xfrm>
          <a:prstGeom prst="rect">
            <a:avLst/>
          </a:prstGeom>
          <a:noFill/>
          <a:ln>
            <a:noFill/>
          </a:ln>
        </p:spPr>
        <p:txBody>
          <a:bodyPr spcFirstLastPara="1" wrap="square" lIns="91425" tIns="45700" rIns="91425" bIns="45700" anchor="t" anchorCtr="0">
            <a:normAutofit/>
          </a:bodyPr>
          <a:lstStyle>
            <a:lvl1pPr marL="457200" marR="0" lvl="0" indent="-1034605" algn="l" rtl="0">
              <a:lnSpc>
                <a:spcPct val="90000"/>
              </a:lnSpc>
              <a:spcBef>
                <a:spcPts val="4533"/>
              </a:spcBef>
              <a:spcAft>
                <a:spcPts val="0"/>
              </a:spcAft>
              <a:buClr>
                <a:schemeClr val="dk1"/>
              </a:buClr>
              <a:buSzPts val="12693"/>
              <a:buFont typeface="Arial"/>
              <a:buChar char="•"/>
              <a:defRPr sz="12693" b="0" i="0" u="none" strike="noStrike" cap="none">
                <a:solidFill>
                  <a:schemeClr val="dk1"/>
                </a:solidFill>
                <a:latin typeface="Calibri"/>
                <a:ea typeface="Calibri"/>
                <a:cs typeface="Calibri"/>
                <a:sym typeface="Calibri"/>
              </a:defRPr>
            </a:lvl1pPr>
            <a:lvl2pPr marL="914400" marR="0" lvl="1" indent="-919480" algn="l" rtl="0">
              <a:lnSpc>
                <a:spcPct val="90000"/>
              </a:lnSpc>
              <a:spcBef>
                <a:spcPts val="2267"/>
              </a:spcBef>
              <a:spcAft>
                <a:spcPts val="0"/>
              </a:spcAft>
              <a:buClr>
                <a:schemeClr val="dk1"/>
              </a:buClr>
              <a:buSzPts val="10880"/>
              <a:buFont typeface="Arial"/>
              <a:buChar char="•"/>
              <a:defRPr sz="10880" b="0" i="0" u="none" strike="noStrike" cap="none">
                <a:solidFill>
                  <a:schemeClr val="dk1"/>
                </a:solidFill>
                <a:latin typeface="Calibri"/>
                <a:ea typeface="Calibri"/>
                <a:cs typeface="Calibri"/>
                <a:sym typeface="Calibri"/>
              </a:defRPr>
            </a:lvl2pPr>
            <a:lvl3pPr marL="1371600" marR="0" lvl="2" indent="-804354" algn="l" rtl="0">
              <a:lnSpc>
                <a:spcPct val="90000"/>
              </a:lnSpc>
              <a:spcBef>
                <a:spcPts val="2267"/>
              </a:spcBef>
              <a:spcAft>
                <a:spcPts val="0"/>
              </a:spcAft>
              <a:buClr>
                <a:schemeClr val="dk1"/>
              </a:buClr>
              <a:buSzPts val="9067"/>
              <a:buFont typeface="Arial"/>
              <a:buChar char="•"/>
              <a:defRPr sz="9067" b="0" i="0" u="none" strike="noStrike" cap="none">
                <a:solidFill>
                  <a:schemeClr val="dk1"/>
                </a:solidFill>
                <a:latin typeface="Calibri"/>
                <a:ea typeface="Calibri"/>
                <a:cs typeface="Calibri"/>
                <a:sym typeface="Calibri"/>
              </a:defRPr>
            </a:lvl3pPr>
            <a:lvl4pPr marL="1828800" marR="0" lvl="3" indent="-746760" algn="l" rtl="0">
              <a:lnSpc>
                <a:spcPct val="90000"/>
              </a:lnSpc>
              <a:spcBef>
                <a:spcPts val="2267"/>
              </a:spcBef>
              <a:spcAft>
                <a:spcPts val="0"/>
              </a:spcAft>
              <a:buClr>
                <a:schemeClr val="dk1"/>
              </a:buClr>
              <a:buSzPts val="8160"/>
              <a:buFont typeface="Arial"/>
              <a:buChar char="•"/>
              <a:defRPr sz="8160" b="0" i="0" u="none" strike="noStrike" cap="none">
                <a:solidFill>
                  <a:schemeClr val="dk1"/>
                </a:solidFill>
                <a:latin typeface="Calibri"/>
                <a:ea typeface="Calibri"/>
                <a:cs typeface="Calibri"/>
                <a:sym typeface="Calibri"/>
              </a:defRPr>
            </a:lvl4pPr>
            <a:lvl5pPr marL="2286000" marR="0" lvl="4" indent="-746760" algn="l" rtl="0">
              <a:lnSpc>
                <a:spcPct val="90000"/>
              </a:lnSpc>
              <a:spcBef>
                <a:spcPts val="2267"/>
              </a:spcBef>
              <a:spcAft>
                <a:spcPts val="0"/>
              </a:spcAft>
              <a:buClr>
                <a:schemeClr val="dk1"/>
              </a:buClr>
              <a:buSzPts val="8160"/>
              <a:buFont typeface="Arial"/>
              <a:buChar char="•"/>
              <a:defRPr sz="8160" b="0" i="0" u="none" strike="noStrike" cap="none">
                <a:solidFill>
                  <a:schemeClr val="dk1"/>
                </a:solidFill>
                <a:latin typeface="Calibri"/>
                <a:ea typeface="Calibri"/>
                <a:cs typeface="Calibri"/>
                <a:sym typeface="Calibri"/>
              </a:defRPr>
            </a:lvl5pPr>
            <a:lvl6pPr marL="2743200" marR="0" lvl="5" indent="-746760" algn="l" rtl="0">
              <a:lnSpc>
                <a:spcPct val="90000"/>
              </a:lnSpc>
              <a:spcBef>
                <a:spcPts val="2267"/>
              </a:spcBef>
              <a:spcAft>
                <a:spcPts val="0"/>
              </a:spcAft>
              <a:buClr>
                <a:schemeClr val="dk1"/>
              </a:buClr>
              <a:buSzPts val="8160"/>
              <a:buFont typeface="Arial"/>
              <a:buChar char="•"/>
              <a:defRPr sz="8160" b="0" i="0" u="none" strike="noStrike" cap="none">
                <a:solidFill>
                  <a:schemeClr val="dk1"/>
                </a:solidFill>
                <a:latin typeface="Calibri"/>
                <a:ea typeface="Calibri"/>
                <a:cs typeface="Calibri"/>
                <a:sym typeface="Calibri"/>
              </a:defRPr>
            </a:lvl6pPr>
            <a:lvl7pPr marL="3200400" marR="0" lvl="6" indent="-746760" algn="l" rtl="0">
              <a:lnSpc>
                <a:spcPct val="90000"/>
              </a:lnSpc>
              <a:spcBef>
                <a:spcPts val="2267"/>
              </a:spcBef>
              <a:spcAft>
                <a:spcPts val="0"/>
              </a:spcAft>
              <a:buClr>
                <a:schemeClr val="dk1"/>
              </a:buClr>
              <a:buSzPts val="8160"/>
              <a:buFont typeface="Arial"/>
              <a:buChar char="•"/>
              <a:defRPr sz="8160" b="0" i="0" u="none" strike="noStrike" cap="none">
                <a:solidFill>
                  <a:schemeClr val="dk1"/>
                </a:solidFill>
                <a:latin typeface="Calibri"/>
                <a:ea typeface="Calibri"/>
                <a:cs typeface="Calibri"/>
                <a:sym typeface="Calibri"/>
              </a:defRPr>
            </a:lvl7pPr>
            <a:lvl8pPr marL="3657600" marR="0" lvl="7" indent="-746760" algn="l" rtl="0">
              <a:lnSpc>
                <a:spcPct val="90000"/>
              </a:lnSpc>
              <a:spcBef>
                <a:spcPts val="2267"/>
              </a:spcBef>
              <a:spcAft>
                <a:spcPts val="0"/>
              </a:spcAft>
              <a:buClr>
                <a:schemeClr val="dk1"/>
              </a:buClr>
              <a:buSzPts val="8160"/>
              <a:buFont typeface="Arial"/>
              <a:buChar char="•"/>
              <a:defRPr sz="8160" b="0" i="0" u="none" strike="noStrike" cap="none">
                <a:solidFill>
                  <a:schemeClr val="dk1"/>
                </a:solidFill>
                <a:latin typeface="Calibri"/>
                <a:ea typeface="Calibri"/>
                <a:cs typeface="Calibri"/>
                <a:sym typeface="Calibri"/>
              </a:defRPr>
            </a:lvl8pPr>
            <a:lvl9pPr marL="4114800" marR="0" lvl="8" indent="-746759" algn="l" rtl="0">
              <a:lnSpc>
                <a:spcPct val="90000"/>
              </a:lnSpc>
              <a:spcBef>
                <a:spcPts val="2267"/>
              </a:spcBef>
              <a:spcAft>
                <a:spcPts val="0"/>
              </a:spcAft>
              <a:buClr>
                <a:schemeClr val="dk1"/>
              </a:buClr>
              <a:buSzPts val="8160"/>
              <a:buFont typeface="Arial"/>
              <a:buChar char="•"/>
              <a:defRPr sz="816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3017520" y="28815460"/>
            <a:ext cx="9875520" cy="1655233"/>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54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14538960" y="28815460"/>
            <a:ext cx="14813280" cy="1655233"/>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54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30998160" y="28815460"/>
            <a:ext cx="9875520" cy="1655233"/>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440"/>
              <a:buFont typeface="Arial"/>
              <a:buNone/>
              <a:defRPr sz="54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p:nvPr/>
        </p:nvSpPr>
        <p:spPr>
          <a:xfrm>
            <a:off x="11115525" y="5014350"/>
            <a:ext cx="21271478" cy="12322705"/>
          </a:xfrm>
          <a:prstGeom prst="rect">
            <a:avLst/>
          </a:prstGeom>
          <a:solidFill>
            <a:schemeClr val="lt1"/>
          </a:solidFill>
          <a:ln w="12700" cap="flat" cmpd="sng">
            <a:solidFill>
              <a:srgbClr val="3F762A"/>
            </a:solidFill>
            <a:prstDash val="solid"/>
            <a:round/>
            <a:headEnd type="none" w="sm" len="sm"/>
            <a:tailEnd type="none" w="sm" len="sm"/>
          </a:ln>
        </p:spPr>
        <p:txBody>
          <a:bodyPr spcFirstLastPara="1" wrap="square" lIns="137125" tIns="137125" rIns="137125" bIns="137125" anchor="t" anchorCtr="0">
            <a:noAutofit/>
          </a:bodyPr>
          <a:lstStyle/>
          <a:p>
            <a:pPr marL="0" lvl="0" indent="0" algn="ctr" rtl="0">
              <a:spcBef>
                <a:spcPts val="0"/>
              </a:spcBef>
              <a:spcAft>
                <a:spcPts val="0"/>
              </a:spcAft>
              <a:buClr>
                <a:schemeClr val="dk1"/>
              </a:buClr>
              <a:buSzPts val="8800"/>
              <a:buFont typeface="Arial"/>
              <a:buNone/>
            </a:pPr>
            <a:endParaRPr sz="6100" b="1">
              <a:highlight>
                <a:srgbClr val="FFFF00"/>
              </a:highlight>
              <a:latin typeface="Times New Roman"/>
              <a:ea typeface="Times New Roman"/>
              <a:cs typeface="Times New Roman"/>
              <a:sym typeface="Times New Roman"/>
            </a:endParaRPr>
          </a:p>
        </p:txBody>
      </p:sp>
      <p:sp>
        <p:nvSpPr>
          <p:cNvPr id="103" name="Google Shape;103;p14"/>
          <p:cNvSpPr/>
          <p:nvPr/>
        </p:nvSpPr>
        <p:spPr>
          <a:xfrm>
            <a:off x="0" y="3897000"/>
            <a:ext cx="740400" cy="23295600"/>
          </a:xfrm>
          <a:prstGeom prst="rect">
            <a:avLst/>
          </a:prstGeom>
          <a:solidFill>
            <a:srgbClr val="CAC7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04" name="Google Shape;104;p14"/>
          <p:cNvSpPr/>
          <p:nvPr/>
        </p:nvSpPr>
        <p:spPr>
          <a:xfrm>
            <a:off x="43150900" y="3904800"/>
            <a:ext cx="740400" cy="23295600"/>
          </a:xfrm>
          <a:prstGeom prst="rect">
            <a:avLst/>
          </a:prstGeom>
          <a:solidFill>
            <a:srgbClr val="CAC7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05" name="Google Shape;105;p14"/>
          <p:cNvSpPr txBox="1"/>
          <p:nvPr/>
        </p:nvSpPr>
        <p:spPr>
          <a:xfrm>
            <a:off x="11128600" y="18508575"/>
            <a:ext cx="21271800" cy="8450100"/>
          </a:xfrm>
          <a:prstGeom prst="rect">
            <a:avLst/>
          </a:prstGeom>
          <a:solidFill>
            <a:schemeClr val="lt1"/>
          </a:solidFill>
          <a:ln w="12700" cap="flat" cmpd="sng">
            <a:solidFill>
              <a:srgbClr val="3F762A"/>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2693">
              <a:solidFill>
                <a:schemeClr val="dk1"/>
              </a:solidFill>
              <a:latin typeface="Calibri"/>
              <a:ea typeface="Calibri"/>
              <a:cs typeface="Calibri"/>
              <a:sym typeface="Calibri"/>
            </a:endParaRPr>
          </a:p>
        </p:txBody>
      </p:sp>
      <p:sp>
        <p:nvSpPr>
          <p:cNvPr id="106" name="Google Shape;106;p14"/>
          <p:cNvSpPr/>
          <p:nvPr/>
        </p:nvSpPr>
        <p:spPr>
          <a:xfrm>
            <a:off x="0" y="0"/>
            <a:ext cx="43891200" cy="3904800"/>
          </a:xfrm>
          <a:prstGeom prst="rect">
            <a:avLst/>
          </a:prstGeom>
          <a:solidFill>
            <a:srgbClr val="164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 name="Google Shape;107;p14"/>
          <p:cNvGrpSpPr/>
          <p:nvPr/>
        </p:nvGrpSpPr>
        <p:grpSpPr>
          <a:xfrm>
            <a:off x="740348" y="4197800"/>
            <a:ext cx="9774027" cy="13138000"/>
            <a:chOff x="1463035" y="4800616"/>
            <a:chExt cx="9144005" cy="10569590"/>
          </a:xfrm>
        </p:grpSpPr>
        <p:sp>
          <p:nvSpPr>
            <p:cNvPr id="108" name="Google Shape;108;p14"/>
            <p:cNvSpPr txBox="1"/>
            <p:nvPr/>
          </p:nvSpPr>
          <p:spPr>
            <a:xfrm>
              <a:off x="1463035" y="5420405"/>
              <a:ext cx="9144000" cy="9949800"/>
            </a:xfrm>
            <a:prstGeom prst="rect">
              <a:avLst/>
            </a:prstGeom>
            <a:solidFill>
              <a:schemeClr val="lt1"/>
            </a:solidFill>
            <a:ln w="12700" cap="flat" cmpd="sng">
              <a:solidFill>
                <a:srgbClr val="3F762A"/>
              </a:solidFill>
              <a:prstDash val="solid"/>
              <a:round/>
              <a:headEnd type="none" w="sm" len="sm"/>
              <a:tailEnd type="none" w="sm" len="sm"/>
            </a:ln>
          </p:spPr>
          <p:txBody>
            <a:bodyPr spcFirstLastPara="1" wrap="square" lIns="137125" tIns="137125" rIns="137125" bIns="137125" anchor="t" anchorCtr="0">
              <a:noAutofit/>
            </a:bodyPr>
            <a:lstStyle/>
            <a:p>
              <a:pPr marL="457200" lvl="0" indent="-412750" algn="l" rtl="0">
                <a:lnSpc>
                  <a:spcPct val="115000"/>
                </a:lnSpc>
                <a:spcBef>
                  <a:spcPts val="0"/>
                </a:spcBef>
                <a:spcAft>
                  <a:spcPts val="0"/>
                </a:spcAft>
                <a:buClr>
                  <a:schemeClr val="dk1"/>
                </a:buClr>
                <a:buSzPts val="2900"/>
                <a:buFont typeface="Lora"/>
                <a:buChar char="●"/>
              </a:pPr>
              <a:r>
                <a:rPr lang="en-US" sz="2900">
                  <a:solidFill>
                    <a:schemeClr val="dk1"/>
                  </a:solidFill>
                  <a:latin typeface="Lora"/>
                  <a:ea typeface="Lora"/>
                  <a:cs typeface="Lora"/>
                  <a:sym typeface="Lora"/>
                </a:rPr>
                <a:t>Our project uses historical data to predict changes in bird migratory patterns and identify key causes, referencing the </a:t>
              </a:r>
              <a:r>
                <a:rPr lang="en-US" sz="2900" b="1">
                  <a:solidFill>
                    <a:schemeClr val="dk1"/>
                  </a:solidFill>
                  <a:latin typeface="Lora"/>
                  <a:ea typeface="Lora"/>
                  <a:cs typeface="Lora"/>
                  <a:sym typeface="Lora"/>
                </a:rPr>
                <a:t>BirdFlow</a:t>
              </a:r>
              <a:r>
                <a:rPr lang="en-US" sz="2900">
                  <a:solidFill>
                    <a:schemeClr val="dk1"/>
                  </a:solidFill>
                  <a:latin typeface="Lora"/>
                  <a:ea typeface="Lora"/>
                  <a:cs typeface="Lora"/>
                  <a:sym typeface="Lora"/>
                </a:rPr>
                <a:t> model from "BirdFlow: Learning Seasonal Bird Movements from eBird Data." </a:t>
              </a:r>
              <a:endParaRPr sz="2900">
                <a:solidFill>
                  <a:schemeClr val="dk1"/>
                </a:solidFill>
                <a:latin typeface="Lora"/>
                <a:ea typeface="Lora"/>
                <a:cs typeface="Lora"/>
                <a:sym typeface="Lora"/>
              </a:endParaRPr>
            </a:p>
            <a:p>
              <a:pPr marL="914400" lvl="1" indent="-412750" algn="l" rtl="0">
                <a:lnSpc>
                  <a:spcPct val="115000"/>
                </a:lnSpc>
                <a:spcBef>
                  <a:spcPts val="0"/>
                </a:spcBef>
                <a:spcAft>
                  <a:spcPts val="0"/>
                </a:spcAft>
                <a:buClr>
                  <a:schemeClr val="dk1"/>
                </a:buClr>
                <a:buSzPts val="2900"/>
                <a:buFont typeface="Lora"/>
                <a:buChar char="○"/>
              </a:pPr>
              <a:r>
                <a:rPr lang="en-US" sz="2900">
                  <a:solidFill>
                    <a:schemeClr val="dk1"/>
                  </a:solidFill>
                  <a:latin typeface="Lora"/>
                  <a:ea typeface="Lora"/>
                  <a:cs typeface="Lora"/>
                  <a:sym typeface="Lora"/>
                </a:rPr>
                <a:t>The model's approach aligns with our project's goals to deduce movements from population-level data and integrate environmental factors like temperature and precipitation into migration forecasts. </a:t>
              </a:r>
              <a:endParaRPr sz="2900">
                <a:solidFill>
                  <a:schemeClr val="dk1"/>
                </a:solidFill>
                <a:latin typeface="Lora"/>
                <a:ea typeface="Lora"/>
                <a:cs typeface="Lora"/>
                <a:sym typeface="Lora"/>
              </a:endParaRPr>
            </a:p>
            <a:p>
              <a:pPr marL="914400" lvl="1" indent="-412750" algn="l" rtl="0">
                <a:lnSpc>
                  <a:spcPct val="115000"/>
                </a:lnSpc>
                <a:spcBef>
                  <a:spcPts val="0"/>
                </a:spcBef>
                <a:spcAft>
                  <a:spcPts val="0"/>
                </a:spcAft>
                <a:buClr>
                  <a:schemeClr val="dk1"/>
                </a:buClr>
                <a:buSzPts val="2900"/>
                <a:buFont typeface="Lora"/>
                <a:buChar char="○"/>
              </a:pPr>
              <a:r>
                <a:rPr lang="en-US" sz="2900">
                  <a:solidFill>
                    <a:schemeClr val="dk1"/>
                  </a:solidFill>
                  <a:latin typeface="Lora"/>
                  <a:ea typeface="Lora"/>
                  <a:cs typeface="Lora"/>
                  <a:sym typeface="Lora"/>
                </a:rPr>
                <a:t>The validation methods, including calibration and average log-likelihood metrics, guide our approach to model tuning and validation. </a:t>
              </a:r>
              <a:endParaRPr sz="2900">
                <a:solidFill>
                  <a:schemeClr val="dk1"/>
                </a:solidFill>
                <a:latin typeface="Lora"/>
                <a:ea typeface="Lora"/>
                <a:cs typeface="Lora"/>
                <a:sym typeface="Lora"/>
              </a:endParaRPr>
            </a:p>
            <a:p>
              <a:pPr marL="914400" lvl="1" indent="-412750" algn="l" rtl="0">
                <a:lnSpc>
                  <a:spcPct val="115000"/>
                </a:lnSpc>
                <a:spcBef>
                  <a:spcPts val="0"/>
                </a:spcBef>
                <a:spcAft>
                  <a:spcPts val="0"/>
                </a:spcAft>
                <a:buClr>
                  <a:schemeClr val="dk1"/>
                </a:buClr>
                <a:buSzPts val="2900"/>
                <a:buFont typeface="Lora"/>
                <a:buChar char="○"/>
              </a:pPr>
              <a:r>
                <a:rPr lang="en-US" sz="2900">
                  <a:solidFill>
                    <a:schemeClr val="dk1"/>
                  </a:solidFill>
                  <a:latin typeface="Lora"/>
                  <a:ea typeface="Lora"/>
                  <a:cs typeface="Lora"/>
                  <a:sym typeface="Lora"/>
                </a:rPr>
                <a:t>Opportunities exist to enhance the BirdFlow model by incorporating more explicit climate variables and refining loss functions to capture more biological nuances, potentially improving migration trend analysis in the context of climate change.</a:t>
              </a:r>
              <a:endParaRPr sz="2900">
                <a:solidFill>
                  <a:schemeClr val="dk1"/>
                </a:solidFill>
                <a:latin typeface="Lora"/>
                <a:ea typeface="Lora"/>
                <a:cs typeface="Lora"/>
                <a:sym typeface="Lora"/>
              </a:endParaRPr>
            </a:p>
            <a:p>
              <a:pPr marL="457200" lvl="0" indent="-412750" algn="l" rtl="0">
                <a:lnSpc>
                  <a:spcPct val="115000"/>
                </a:lnSpc>
                <a:spcBef>
                  <a:spcPts val="0"/>
                </a:spcBef>
                <a:spcAft>
                  <a:spcPts val="0"/>
                </a:spcAft>
                <a:buClr>
                  <a:schemeClr val="dk1"/>
                </a:buClr>
                <a:buSzPts val="2900"/>
                <a:buFont typeface="Lora"/>
                <a:buChar char="●"/>
              </a:pPr>
              <a:r>
                <a:rPr lang="en-US" sz="2900">
                  <a:solidFill>
                    <a:schemeClr val="dk1"/>
                  </a:solidFill>
                  <a:latin typeface="Lora"/>
                  <a:ea typeface="Lora"/>
                  <a:cs typeface="Lora"/>
                  <a:sym typeface="Lora"/>
                </a:rPr>
                <a:t>Our research also explores model transferability across different bird species and investigates the potential for applying similar methodologies to predict locations, analyze pit stop behavior, and respond to global changes. </a:t>
              </a:r>
              <a:endParaRPr sz="2900">
                <a:solidFill>
                  <a:schemeClr val="dk1"/>
                </a:solidFill>
                <a:latin typeface="Lora"/>
                <a:ea typeface="Lora"/>
                <a:cs typeface="Lora"/>
                <a:sym typeface="Lora"/>
              </a:endParaRPr>
            </a:p>
            <a:p>
              <a:pPr marL="0" lvl="0" indent="0" algn="l" rtl="0">
                <a:lnSpc>
                  <a:spcPct val="115000"/>
                </a:lnSpc>
                <a:spcBef>
                  <a:spcPts val="0"/>
                </a:spcBef>
                <a:spcAft>
                  <a:spcPts val="0"/>
                </a:spcAft>
                <a:buNone/>
              </a:pPr>
              <a:endParaRPr sz="2900">
                <a:solidFill>
                  <a:schemeClr val="dk1"/>
                </a:solidFill>
                <a:latin typeface="Lora"/>
                <a:ea typeface="Lora"/>
                <a:cs typeface="Lora"/>
                <a:sym typeface="Lora"/>
              </a:endParaRPr>
            </a:p>
          </p:txBody>
        </p:sp>
        <p:sp>
          <p:nvSpPr>
            <p:cNvPr id="109" name="Google Shape;109;p14"/>
            <p:cNvSpPr/>
            <p:nvPr/>
          </p:nvSpPr>
          <p:spPr>
            <a:xfrm>
              <a:off x="1463040" y="4800616"/>
              <a:ext cx="9144000" cy="620100"/>
            </a:xfrm>
            <a:prstGeom prst="rect">
              <a:avLst/>
            </a:prstGeom>
            <a:solidFill>
              <a:srgbClr val="154734"/>
            </a:solidFill>
            <a:ln w="12700" cap="flat" cmpd="sng">
              <a:solidFill>
                <a:srgbClr val="3D7329"/>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i="0" u="none" strike="noStrike" cap="none">
                  <a:solidFill>
                    <a:schemeClr val="lt1"/>
                  </a:solidFill>
                  <a:latin typeface="Nunito"/>
                  <a:ea typeface="Nunito"/>
                  <a:cs typeface="Nunito"/>
                  <a:sym typeface="Nunito"/>
                </a:rPr>
                <a:t>Background</a:t>
              </a:r>
              <a:r>
                <a:rPr lang="en-US" sz="4800" b="1">
                  <a:solidFill>
                    <a:schemeClr val="lt1"/>
                  </a:solidFill>
                  <a:latin typeface="Nunito"/>
                  <a:ea typeface="Nunito"/>
                  <a:cs typeface="Nunito"/>
                  <a:sym typeface="Nunito"/>
                </a:rPr>
                <a:t>/Related Work</a:t>
              </a:r>
              <a:endParaRPr sz="1400" i="0" u="none" strike="noStrike" cap="none">
                <a:solidFill>
                  <a:srgbClr val="000000"/>
                </a:solidFill>
                <a:latin typeface="Nunito"/>
                <a:ea typeface="Nunito"/>
                <a:cs typeface="Nunito"/>
                <a:sym typeface="Nunito"/>
              </a:endParaRPr>
            </a:p>
          </p:txBody>
        </p:sp>
      </p:grpSp>
      <p:sp>
        <p:nvSpPr>
          <p:cNvPr id="110" name="Google Shape;110;p14"/>
          <p:cNvSpPr txBox="1"/>
          <p:nvPr/>
        </p:nvSpPr>
        <p:spPr>
          <a:xfrm>
            <a:off x="8326356" y="262026"/>
            <a:ext cx="26876100" cy="1800900"/>
          </a:xfrm>
          <a:prstGeom prst="rect">
            <a:avLst/>
          </a:prstGeom>
          <a:noFill/>
          <a:ln>
            <a:noFill/>
          </a:ln>
        </p:spPr>
        <p:txBody>
          <a:bodyPr spcFirstLastPara="1" wrap="square" lIns="137125" tIns="342825" rIns="137125" bIns="342825" anchor="ctr"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7200" b="1">
                <a:solidFill>
                  <a:schemeClr val="lt1"/>
                </a:solidFill>
                <a:latin typeface="Nunito"/>
                <a:ea typeface="Nunito"/>
                <a:cs typeface="Nunito"/>
                <a:sym typeface="Nunito"/>
              </a:rPr>
              <a:t>The Bird Brains: Bird Migration Pattern Prediction</a:t>
            </a:r>
            <a:endParaRPr sz="7200" b="1">
              <a:solidFill>
                <a:schemeClr val="lt1"/>
              </a:solidFill>
              <a:latin typeface="Nunito"/>
              <a:ea typeface="Nunito"/>
              <a:cs typeface="Nunito"/>
              <a:sym typeface="Nunito"/>
            </a:endParaRPr>
          </a:p>
        </p:txBody>
      </p:sp>
      <p:sp>
        <p:nvSpPr>
          <p:cNvPr id="111" name="Google Shape;111;p14"/>
          <p:cNvSpPr txBox="1"/>
          <p:nvPr/>
        </p:nvSpPr>
        <p:spPr>
          <a:xfrm>
            <a:off x="7109350" y="27783175"/>
            <a:ext cx="9372600" cy="1877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800"/>
              <a:buFont typeface="Arial"/>
              <a:buNone/>
            </a:pPr>
            <a:r>
              <a:rPr lang="en-US" sz="2900">
                <a:solidFill>
                  <a:schemeClr val="dk1"/>
                </a:solidFill>
                <a:latin typeface="Lora"/>
                <a:ea typeface="Lora"/>
                <a:cs typeface="Lora"/>
                <a:sym typeface="Lora"/>
              </a:rPr>
              <a:t>Affiliations</a:t>
            </a:r>
            <a:endParaRPr sz="2900">
              <a:solidFill>
                <a:schemeClr val="dk1"/>
              </a:solidFill>
              <a:latin typeface="Lora"/>
              <a:ea typeface="Lora"/>
              <a:cs typeface="Lora"/>
              <a:sym typeface="Lora"/>
            </a:endParaRPr>
          </a:p>
          <a:p>
            <a:pPr marL="0" marR="0" lvl="0" indent="0" algn="ctr" rtl="0">
              <a:lnSpc>
                <a:spcPct val="100000"/>
              </a:lnSpc>
              <a:spcBef>
                <a:spcPts val="0"/>
              </a:spcBef>
              <a:spcAft>
                <a:spcPts val="0"/>
              </a:spcAft>
              <a:buClr>
                <a:srgbClr val="000000"/>
              </a:buClr>
              <a:buSzPts val="3700"/>
              <a:buFont typeface="Arial"/>
              <a:buNone/>
            </a:pPr>
            <a:r>
              <a:rPr lang="en-US" sz="2900">
                <a:solidFill>
                  <a:schemeClr val="dk1"/>
                </a:solidFill>
                <a:latin typeface="Lora"/>
                <a:ea typeface="Lora"/>
                <a:cs typeface="Lora"/>
                <a:sym typeface="Lora"/>
              </a:rPr>
              <a:t>Dr. Franz Kurfess (Faculty Advisor)</a:t>
            </a:r>
            <a:endParaRPr sz="2900">
              <a:solidFill>
                <a:schemeClr val="dk1"/>
              </a:solidFill>
              <a:latin typeface="Lora"/>
              <a:ea typeface="Lora"/>
              <a:cs typeface="Lora"/>
              <a:sym typeface="Lora"/>
            </a:endParaRPr>
          </a:p>
          <a:p>
            <a:pPr marL="0" marR="0" lvl="0" indent="0" algn="ctr" rtl="0">
              <a:lnSpc>
                <a:spcPct val="100000"/>
              </a:lnSpc>
              <a:spcBef>
                <a:spcPts val="0"/>
              </a:spcBef>
              <a:spcAft>
                <a:spcPts val="0"/>
              </a:spcAft>
              <a:buClr>
                <a:srgbClr val="000000"/>
              </a:buClr>
              <a:buSzPts val="3700"/>
              <a:buFont typeface="Arial"/>
              <a:buNone/>
            </a:pPr>
            <a:endParaRPr sz="2900">
              <a:solidFill>
                <a:schemeClr val="dk1"/>
              </a:solidFill>
              <a:latin typeface="Lora"/>
              <a:ea typeface="Lora"/>
              <a:cs typeface="Lora"/>
              <a:sym typeface="Lora"/>
            </a:endParaRPr>
          </a:p>
          <a:p>
            <a:pPr marL="0" marR="0" lvl="0" indent="0" algn="ctr" rtl="0">
              <a:lnSpc>
                <a:spcPct val="100000"/>
              </a:lnSpc>
              <a:spcBef>
                <a:spcPts val="0"/>
              </a:spcBef>
              <a:spcAft>
                <a:spcPts val="0"/>
              </a:spcAft>
              <a:buClr>
                <a:srgbClr val="000000"/>
              </a:buClr>
              <a:buSzPts val="3800"/>
              <a:buFont typeface="Arial"/>
              <a:buNone/>
            </a:pPr>
            <a:endParaRPr sz="2900">
              <a:solidFill>
                <a:schemeClr val="dk1"/>
              </a:solidFill>
              <a:latin typeface="Lora"/>
              <a:ea typeface="Lora"/>
              <a:cs typeface="Lora"/>
              <a:sym typeface="Lora"/>
            </a:endParaRPr>
          </a:p>
        </p:txBody>
      </p:sp>
      <p:grpSp>
        <p:nvGrpSpPr>
          <p:cNvPr id="112" name="Google Shape;112;p14"/>
          <p:cNvGrpSpPr/>
          <p:nvPr/>
        </p:nvGrpSpPr>
        <p:grpSpPr>
          <a:xfrm>
            <a:off x="741100" y="17752275"/>
            <a:ext cx="9774114" cy="9206368"/>
            <a:chOff x="1229642" y="4800582"/>
            <a:chExt cx="9377448" cy="11783397"/>
          </a:xfrm>
        </p:grpSpPr>
        <p:sp>
          <p:nvSpPr>
            <p:cNvPr id="113" name="Google Shape;113;p14"/>
            <p:cNvSpPr txBox="1"/>
            <p:nvPr/>
          </p:nvSpPr>
          <p:spPr>
            <a:xfrm>
              <a:off x="1229690" y="5785479"/>
              <a:ext cx="9377400" cy="10798500"/>
            </a:xfrm>
            <a:prstGeom prst="rect">
              <a:avLst/>
            </a:prstGeom>
            <a:solidFill>
              <a:schemeClr val="lt1"/>
            </a:solidFill>
            <a:ln w="12700" cap="flat" cmpd="sng">
              <a:solidFill>
                <a:srgbClr val="3F762A"/>
              </a:solidFill>
              <a:prstDash val="solid"/>
              <a:round/>
              <a:headEnd type="none" w="sm" len="sm"/>
              <a:tailEnd type="none" w="sm" len="sm"/>
            </a:ln>
          </p:spPr>
          <p:txBody>
            <a:bodyPr spcFirstLastPara="1" wrap="square" lIns="137125" tIns="137125" rIns="137125" bIns="137125" anchor="t" anchorCtr="0">
              <a:noAutofit/>
            </a:bodyPr>
            <a:lstStyle/>
            <a:p>
              <a:pPr marL="457200" lvl="0" indent="-415925" algn="l" rtl="0">
                <a:spcBef>
                  <a:spcPts val="0"/>
                </a:spcBef>
                <a:spcAft>
                  <a:spcPts val="0"/>
                </a:spcAft>
                <a:buClr>
                  <a:schemeClr val="dk1"/>
                </a:buClr>
                <a:buSzPts val="2950"/>
                <a:buFont typeface="Lora"/>
                <a:buChar char="●"/>
              </a:pPr>
              <a:r>
                <a:rPr lang="en-US" sz="2950" b="1">
                  <a:solidFill>
                    <a:schemeClr val="dk1"/>
                  </a:solidFill>
                  <a:latin typeface="Lora"/>
                  <a:ea typeface="Lora"/>
                  <a:cs typeface="Lora"/>
                  <a:sym typeface="Lora"/>
                </a:rPr>
                <a:t>Motivation</a:t>
              </a:r>
              <a:endParaRPr sz="2950" b="1">
                <a:solidFill>
                  <a:schemeClr val="dk1"/>
                </a:solidFill>
                <a:latin typeface="Lora"/>
                <a:ea typeface="Lora"/>
                <a:cs typeface="Lora"/>
                <a:sym typeface="Lora"/>
              </a:endParaRPr>
            </a:p>
            <a:p>
              <a:pPr marL="914400" lvl="1" indent="-415925" algn="l" rtl="0">
                <a:spcBef>
                  <a:spcPts val="0"/>
                </a:spcBef>
                <a:spcAft>
                  <a:spcPts val="0"/>
                </a:spcAft>
                <a:buClr>
                  <a:schemeClr val="dk1"/>
                </a:buClr>
                <a:buSzPts val="2950"/>
                <a:buFont typeface="Lora"/>
                <a:buChar char="○"/>
              </a:pPr>
              <a:r>
                <a:rPr lang="en-US" sz="2950">
                  <a:solidFill>
                    <a:schemeClr val="dk1"/>
                  </a:solidFill>
                  <a:latin typeface="Lora"/>
                  <a:ea typeface="Lora"/>
                  <a:cs typeface="Lora"/>
                  <a:sym typeface="Lora"/>
                </a:rPr>
                <a:t>Climate change significantly impacts bird migration, a critical ecological indicator</a:t>
              </a:r>
              <a:endParaRPr sz="2950">
                <a:solidFill>
                  <a:schemeClr val="dk1"/>
                </a:solidFill>
                <a:latin typeface="Lora"/>
                <a:ea typeface="Lora"/>
                <a:cs typeface="Lora"/>
                <a:sym typeface="Lora"/>
              </a:endParaRPr>
            </a:p>
            <a:p>
              <a:pPr marL="914400" lvl="1" indent="-415925" algn="l" rtl="0">
                <a:spcBef>
                  <a:spcPts val="0"/>
                </a:spcBef>
                <a:spcAft>
                  <a:spcPts val="0"/>
                </a:spcAft>
                <a:buClr>
                  <a:schemeClr val="dk1"/>
                </a:buClr>
                <a:buSzPts val="2950"/>
                <a:buFont typeface="Lora"/>
                <a:buChar char="○"/>
              </a:pPr>
              <a:r>
                <a:rPr lang="en-US" sz="2950">
                  <a:solidFill>
                    <a:schemeClr val="dk1"/>
                  </a:solidFill>
                  <a:latin typeface="Lora"/>
                  <a:ea typeface="Lora"/>
                  <a:cs typeface="Lora"/>
                  <a:sym typeface="Lora"/>
                </a:rPr>
                <a:t>Birds are vital ecosystem members</a:t>
              </a:r>
              <a:endParaRPr sz="2950">
                <a:solidFill>
                  <a:schemeClr val="dk1"/>
                </a:solidFill>
                <a:latin typeface="Lora"/>
                <a:ea typeface="Lora"/>
                <a:cs typeface="Lora"/>
                <a:sym typeface="Lora"/>
              </a:endParaRPr>
            </a:p>
            <a:p>
              <a:pPr marL="914400" lvl="1" indent="-415925" algn="l" rtl="0">
                <a:spcBef>
                  <a:spcPts val="0"/>
                </a:spcBef>
                <a:spcAft>
                  <a:spcPts val="0"/>
                </a:spcAft>
                <a:buClr>
                  <a:schemeClr val="dk1"/>
                </a:buClr>
                <a:buSzPts val="2950"/>
                <a:buFont typeface="Lora"/>
                <a:buChar char="○"/>
              </a:pPr>
              <a:r>
                <a:rPr lang="en-US" sz="2950">
                  <a:solidFill>
                    <a:schemeClr val="dk1"/>
                  </a:solidFill>
                  <a:latin typeface="Lora"/>
                  <a:ea typeface="Lora"/>
                  <a:cs typeface="Lora"/>
                  <a:sym typeface="Lora"/>
                </a:rPr>
                <a:t>Understanding migration patterns supports conservation efforts</a:t>
              </a:r>
              <a:endParaRPr sz="2950">
                <a:solidFill>
                  <a:schemeClr val="dk1"/>
                </a:solidFill>
                <a:latin typeface="Lora"/>
                <a:ea typeface="Lora"/>
                <a:cs typeface="Lora"/>
                <a:sym typeface="Lora"/>
              </a:endParaRPr>
            </a:p>
            <a:p>
              <a:pPr marL="914400" lvl="1" indent="-415925" algn="l" rtl="0">
                <a:spcBef>
                  <a:spcPts val="0"/>
                </a:spcBef>
                <a:spcAft>
                  <a:spcPts val="0"/>
                </a:spcAft>
                <a:buClr>
                  <a:schemeClr val="dk1"/>
                </a:buClr>
                <a:buSzPts val="2950"/>
                <a:buFont typeface="Lora"/>
                <a:buChar char="○"/>
              </a:pPr>
              <a:r>
                <a:rPr lang="en-US" sz="2950">
                  <a:solidFill>
                    <a:schemeClr val="dk1"/>
                  </a:solidFill>
                  <a:latin typeface="Lora"/>
                  <a:ea typeface="Lora"/>
                  <a:cs typeface="Lora"/>
                  <a:sym typeface="Lora"/>
                </a:rPr>
                <a:t>Machine learning can predict migration shifts under climate change, which can help wildlife services plan conservation strategies</a:t>
              </a:r>
              <a:endParaRPr sz="2950">
                <a:solidFill>
                  <a:schemeClr val="dk1"/>
                </a:solidFill>
                <a:latin typeface="Lora"/>
                <a:ea typeface="Lora"/>
                <a:cs typeface="Lora"/>
                <a:sym typeface="Lora"/>
              </a:endParaRPr>
            </a:p>
            <a:p>
              <a:pPr marL="457200" lvl="0" indent="-415925" algn="l" rtl="0">
                <a:spcBef>
                  <a:spcPts val="0"/>
                </a:spcBef>
                <a:spcAft>
                  <a:spcPts val="0"/>
                </a:spcAft>
                <a:buClr>
                  <a:schemeClr val="dk1"/>
                </a:buClr>
                <a:buSzPts val="2950"/>
                <a:buFont typeface="Lora"/>
                <a:buChar char="●"/>
              </a:pPr>
              <a:r>
                <a:rPr lang="en-US" sz="2950" b="1">
                  <a:solidFill>
                    <a:schemeClr val="dk1"/>
                  </a:solidFill>
                  <a:latin typeface="Lora"/>
                  <a:ea typeface="Lora"/>
                  <a:cs typeface="Lora"/>
                  <a:sym typeface="Lora"/>
                </a:rPr>
                <a:t>Goals and Objectives</a:t>
              </a:r>
              <a:endParaRPr sz="2950" b="1">
                <a:solidFill>
                  <a:schemeClr val="dk1"/>
                </a:solidFill>
                <a:latin typeface="Lora"/>
                <a:ea typeface="Lora"/>
                <a:cs typeface="Lora"/>
                <a:sym typeface="Lora"/>
              </a:endParaRPr>
            </a:p>
            <a:p>
              <a:pPr marL="914400" lvl="1" indent="-415925" algn="l" rtl="0">
                <a:spcBef>
                  <a:spcPts val="0"/>
                </a:spcBef>
                <a:spcAft>
                  <a:spcPts val="0"/>
                </a:spcAft>
                <a:buClr>
                  <a:schemeClr val="dk1"/>
                </a:buClr>
                <a:buSzPts val="2950"/>
                <a:buFont typeface="Lora"/>
                <a:buChar char="○"/>
              </a:pPr>
              <a:r>
                <a:rPr lang="en-US" sz="2950">
                  <a:solidFill>
                    <a:schemeClr val="dk1"/>
                  </a:solidFill>
                  <a:latin typeface="Lora"/>
                  <a:ea typeface="Lora"/>
                  <a:cs typeface="Lora"/>
                  <a:sym typeface="Lora"/>
                </a:rPr>
                <a:t>Create ML system to forecast bird migration based on climate variables</a:t>
              </a:r>
              <a:endParaRPr sz="2950">
                <a:solidFill>
                  <a:schemeClr val="dk1"/>
                </a:solidFill>
                <a:latin typeface="Lora"/>
                <a:ea typeface="Lora"/>
                <a:cs typeface="Lora"/>
                <a:sym typeface="Lora"/>
              </a:endParaRPr>
            </a:p>
            <a:p>
              <a:pPr marL="914400" lvl="1" indent="-415925" algn="l" rtl="0">
                <a:spcBef>
                  <a:spcPts val="0"/>
                </a:spcBef>
                <a:spcAft>
                  <a:spcPts val="0"/>
                </a:spcAft>
                <a:buClr>
                  <a:schemeClr val="dk1"/>
                </a:buClr>
                <a:buSzPts val="2950"/>
                <a:buFont typeface="Lora"/>
                <a:buChar char="○"/>
              </a:pPr>
              <a:r>
                <a:rPr lang="en-US" sz="2950">
                  <a:solidFill>
                    <a:schemeClr val="dk1"/>
                  </a:solidFill>
                  <a:latin typeface="Lora"/>
                  <a:ea typeface="Lora"/>
                  <a:cs typeface="Lora"/>
                  <a:sym typeface="Lora"/>
                </a:rPr>
                <a:t>Identify correlations between temperature/precipitation and bird movements</a:t>
              </a:r>
              <a:endParaRPr sz="2950">
                <a:solidFill>
                  <a:schemeClr val="dk1"/>
                </a:solidFill>
                <a:latin typeface="Lora"/>
                <a:ea typeface="Lora"/>
                <a:cs typeface="Lora"/>
                <a:sym typeface="Lora"/>
              </a:endParaRPr>
            </a:p>
            <a:p>
              <a:pPr marL="914400" lvl="1" indent="-415925" algn="l" rtl="0">
                <a:spcBef>
                  <a:spcPts val="0"/>
                </a:spcBef>
                <a:spcAft>
                  <a:spcPts val="0"/>
                </a:spcAft>
                <a:buClr>
                  <a:schemeClr val="dk1"/>
                </a:buClr>
                <a:buSzPts val="2950"/>
                <a:buFont typeface="Lora"/>
                <a:buChar char="○"/>
              </a:pPr>
              <a:r>
                <a:rPr lang="en-US" sz="2950">
                  <a:solidFill>
                    <a:schemeClr val="dk1"/>
                  </a:solidFill>
                  <a:latin typeface="Lora"/>
                  <a:ea typeface="Lora"/>
                  <a:cs typeface="Lora"/>
                  <a:sym typeface="Lora"/>
                </a:rPr>
                <a:t>Develop map-based visualization showing migration pattern changes</a:t>
              </a:r>
              <a:endParaRPr sz="2950">
                <a:solidFill>
                  <a:schemeClr val="dk1"/>
                </a:solidFill>
                <a:latin typeface="Lora"/>
                <a:ea typeface="Lora"/>
                <a:cs typeface="Lora"/>
                <a:sym typeface="Lora"/>
              </a:endParaRPr>
            </a:p>
            <a:p>
              <a:pPr marL="914400" lvl="1" indent="-415925" algn="l" rtl="0">
                <a:spcBef>
                  <a:spcPts val="0"/>
                </a:spcBef>
                <a:spcAft>
                  <a:spcPts val="0"/>
                </a:spcAft>
                <a:buClr>
                  <a:schemeClr val="dk1"/>
                </a:buClr>
                <a:buSzPts val="2950"/>
                <a:buFont typeface="Lora"/>
                <a:buChar char="○"/>
              </a:pPr>
              <a:r>
                <a:rPr lang="en-US" sz="2950">
                  <a:solidFill>
                    <a:schemeClr val="dk1"/>
                  </a:solidFill>
                  <a:latin typeface="Lora"/>
                  <a:ea typeface="Lora"/>
                  <a:cs typeface="Lora"/>
                  <a:sym typeface="Lora"/>
                </a:rPr>
                <a:t>Implement data processing for 600GB dataset</a:t>
              </a:r>
              <a:endParaRPr sz="2950">
                <a:solidFill>
                  <a:schemeClr val="dk1"/>
                </a:solidFill>
                <a:latin typeface="Lora"/>
                <a:ea typeface="Lora"/>
                <a:cs typeface="Lora"/>
                <a:sym typeface="Lora"/>
              </a:endParaRPr>
            </a:p>
          </p:txBody>
        </p:sp>
        <p:sp>
          <p:nvSpPr>
            <p:cNvPr id="114" name="Google Shape;114;p14"/>
            <p:cNvSpPr/>
            <p:nvPr/>
          </p:nvSpPr>
          <p:spPr>
            <a:xfrm>
              <a:off x="1229642" y="4800582"/>
              <a:ext cx="9377400" cy="984900"/>
            </a:xfrm>
            <a:prstGeom prst="rect">
              <a:avLst/>
            </a:prstGeom>
            <a:solidFill>
              <a:srgbClr val="154734"/>
            </a:solidFill>
            <a:ln w="12700" cap="flat" cmpd="sng">
              <a:solidFill>
                <a:srgbClr val="3D7329"/>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i="0" u="none" strike="noStrike" cap="none">
                  <a:solidFill>
                    <a:schemeClr val="lt1"/>
                  </a:solidFill>
                  <a:latin typeface="Nunito"/>
                  <a:ea typeface="Nunito"/>
                  <a:cs typeface="Nunito"/>
                  <a:sym typeface="Nunito"/>
                </a:rPr>
                <a:t>Goals/Motivation</a:t>
              </a:r>
              <a:endParaRPr sz="1400" i="0" u="none" strike="noStrike" cap="none">
                <a:solidFill>
                  <a:srgbClr val="000000"/>
                </a:solidFill>
                <a:latin typeface="Nunito"/>
                <a:ea typeface="Nunito"/>
                <a:cs typeface="Nunito"/>
                <a:sym typeface="Nunito"/>
              </a:endParaRPr>
            </a:p>
          </p:txBody>
        </p:sp>
      </p:grpSp>
      <p:sp>
        <p:nvSpPr>
          <p:cNvPr id="115" name="Google Shape;115;p14"/>
          <p:cNvSpPr/>
          <p:nvPr/>
        </p:nvSpPr>
        <p:spPr>
          <a:xfrm>
            <a:off x="33032275" y="4197475"/>
            <a:ext cx="10118700" cy="769500"/>
          </a:xfrm>
          <a:prstGeom prst="rect">
            <a:avLst/>
          </a:prstGeom>
          <a:solidFill>
            <a:srgbClr val="154734"/>
          </a:solidFill>
          <a:ln w="12700" cap="flat" cmpd="sng">
            <a:solidFill>
              <a:srgbClr val="3D7329"/>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a:solidFill>
                  <a:schemeClr val="lt1"/>
                </a:solidFill>
                <a:latin typeface="Nunito"/>
                <a:ea typeface="Nunito"/>
                <a:cs typeface="Nunito"/>
                <a:sym typeface="Nunito"/>
              </a:rPr>
              <a:t>Implementation Details</a:t>
            </a:r>
            <a:endParaRPr sz="1400" i="0" u="none" strike="noStrike" cap="none">
              <a:solidFill>
                <a:srgbClr val="000000"/>
              </a:solidFill>
              <a:latin typeface="Nunito"/>
              <a:ea typeface="Nunito"/>
              <a:cs typeface="Nunito"/>
              <a:sym typeface="Nunito"/>
            </a:endParaRPr>
          </a:p>
        </p:txBody>
      </p:sp>
      <p:sp>
        <p:nvSpPr>
          <p:cNvPr id="116" name="Google Shape;116;p14"/>
          <p:cNvSpPr txBox="1"/>
          <p:nvPr/>
        </p:nvSpPr>
        <p:spPr>
          <a:xfrm>
            <a:off x="33018525" y="18902050"/>
            <a:ext cx="10118700" cy="2038800"/>
          </a:xfrm>
          <a:prstGeom prst="rect">
            <a:avLst/>
          </a:prstGeom>
          <a:solidFill>
            <a:schemeClr val="lt1"/>
          </a:solidFill>
          <a:ln w="12700" cap="flat" cmpd="sng">
            <a:solidFill>
              <a:srgbClr val="3F762A"/>
            </a:solidFill>
            <a:prstDash val="solid"/>
            <a:round/>
            <a:headEnd type="none" w="sm" len="sm"/>
            <a:tailEnd type="none" w="sm" len="sm"/>
          </a:ln>
        </p:spPr>
        <p:txBody>
          <a:bodyPr spcFirstLastPara="1" wrap="square" lIns="137125" tIns="137125" rIns="137125" bIns="137125" anchor="t" anchorCtr="0">
            <a:noAutofit/>
          </a:bodyPr>
          <a:lstStyle/>
          <a:p>
            <a:pPr marL="0" marR="0" lvl="0" indent="0" algn="l" rtl="0">
              <a:lnSpc>
                <a:spcPct val="115000"/>
              </a:lnSpc>
              <a:spcBef>
                <a:spcPts val="0"/>
              </a:spcBef>
              <a:spcAft>
                <a:spcPts val="0"/>
              </a:spcAft>
              <a:buNone/>
            </a:pPr>
            <a:r>
              <a:rPr lang="en-US" sz="2550">
                <a:solidFill>
                  <a:schemeClr val="dk1"/>
                </a:solidFill>
                <a:latin typeface="Lora"/>
                <a:ea typeface="Lora"/>
                <a:cs typeface="Lora"/>
                <a:sym typeface="Lora"/>
              </a:rPr>
              <a:t>The model achieves 94% accuracy, correctly predicting bird sightings. By using environmental and geographic data, it reliably identifies areas with bird activity, confirming its effectiveness in predicting where birds are located.</a:t>
            </a:r>
            <a:endParaRPr sz="2550">
              <a:solidFill>
                <a:schemeClr val="dk1"/>
              </a:solidFill>
              <a:latin typeface="Lora"/>
              <a:ea typeface="Lora"/>
              <a:cs typeface="Lora"/>
              <a:sym typeface="Lora"/>
            </a:endParaRPr>
          </a:p>
        </p:txBody>
      </p:sp>
      <p:sp>
        <p:nvSpPr>
          <p:cNvPr id="117" name="Google Shape;117;p14"/>
          <p:cNvSpPr/>
          <p:nvPr/>
        </p:nvSpPr>
        <p:spPr>
          <a:xfrm>
            <a:off x="33017875" y="18153550"/>
            <a:ext cx="10118700" cy="769500"/>
          </a:xfrm>
          <a:prstGeom prst="rect">
            <a:avLst/>
          </a:prstGeom>
          <a:solidFill>
            <a:srgbClr val="154734"/>
          </a:solidFill>
          <a:ln w="12700" cap="flat" cmpd="sng">
            <a:solidFill>
              <a:srgbClr val="3D7329"/>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a:solidFill>
                  <a:schemeClr val="lt1"/>
                </a:solidFill>
                <a:latin typeface="Nunito"/>
                <a:ea typeface="Nunito"/>
                <a:cs typeface="Nunito"/>
                <a:sym typeface="Nunito"/>
              </a:rPr>
              <a:t>Validation and Evaluation</a:t>
            </a:r>
            <a:endParaRPr sz="1400" b="1" i="0" u="none" strike="noStrike" cap="none">
              <a:solidFill>
                <a:srgbClr val="000000"/>
              </a:solidFill>
              <a:latin typeface="Nunito"/>
              <a:ea typeface="Nunito"/>
              <a:cs typeface="Nunito"/>
              <a:sym typeface="Nunito"/>
            </a:endParaRPr>
          </a:p>
        </p:txBody>
      </p:sp>
      <p:sp>
        <p:nvSpPr>
          <p:cNvPr id="118" name="Google Shape;118;p14"/>
          <p:cNvSpPr txBox="1"/>
          <p:nvPr/>
        </p:nvSpPr>
        <p:spPr>
          <a:xfrm>
            <a:off x="33032275" y="4994500"/>
            <a:ext cx="10118700" cy="12856500"/>
          </a:xfrm>
          <a:prstGeom prst="rect">
            <a:avLst/>
          </a:prstGeom>
          <a:noFill/>
          <a:ln w="9525" cap="flat" cmpd="sng">
            <a:solidFill>
              <a:srgbClr val="3F762A"/>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450">
                <a:solidFill>
                  <a:schemeClr val="dk1"/>
                </a:solidFill>
                <a:latin typeface="Lora"/>
                <a:ea typeface="Lora"/>
                <a:cs typeface="Lora"/>
                <a:sym typeface="Lora"/>
              </a:rPr>
              <a:t>Our system was designed to predict bird migration patterns and density levels based on weather and geospatial data. We began by preprocessing a dataset containing bird observations and meteorological variables using the Polars library. Temporal features such as year, month, day of year, and season were derived from the observation date. Due to the large amounts of data, we had to aggregate observations. Bird observation counts were binned into three categories (low, medium, high). Geospatial data was then represented using H3 cell indices, grouping together bird observation locations if they were within a certain distance of each other. For cells with high bird density, the cell would be split smaller. Then, we label-encoded the cells for model compatibility.</a:t>
            </a:r>
            <a:endParaRPr sz="2450">
              <a:solidFill>
                <a:schemeClr val="dk1"/>
              </a:solidFill>
              <a:latin typeface="Lora"/>
              <a:ea typeface="Lora"/>
              <a:cs typeface="Lora"/>
              <a:sym typeface="Lora"/>
            </a:endParaRPr>
          </a:p>
          <a:p>
            <a:pPr marL="0" lvl="0" indent="0" algn="l" rtl="0">
              <a:lnSpc>
                <a:spcPct val="115000"/>
              </a:lnSpc>
              <a:spcBef>
                <a:spcPts val="1200"/>
              </a:spcBef>
              <a:spcAft>
                <a:spcPts val="0"/>
              </a:spcAft>
              <a:buClr>
                <a:schemeClr val="dk1"/>
              </a:buClr>
              <a:buSzPts val="1100"/>
              <a:buFont typeface="Arial"/>
              <a:buNone/>
            </a:pPr>
            <a:r>
              <a:rPr lang="en-US" sz="2450">
                <a:solidFill>
                  <a:schemeClr val="dk1"/>
                </a:solidFill>
                <a:latin typeface="Lora"/>
                <a:ea typeface="Lora"/>
                <a:cs typeface="Lora"/>
                <a:sym typeface="Lora"/>
              </a:rPr>
              <a:t>We tried two initial models, which were a neural network and a random forest, to classify bird density levels based on the engineered features. However, both models achieved only about 60% accuracy, largely due to class imbalance and limited representation of minority classes. To improve performance, we transitioned to a gradient boosting approach using XGBoost. This model was trained on a stratified train-test split with class-based sample weighting to address the imbalance in observation counts.</a:t>
            </a:r>
            <a:endParaRPr sz="2450">
              <a:solidFill>
                <a:schemeClr val="dk1"/>
              </a:solidFill>
              <a:latin typeface="Lora"/>
              <a:ea typeface="Lora"/>
              <a:cs typeface="Lora"/>
              <a:sym typeface="Lora"/>
            </a:endParaRPr>
          </a:p>
          <a:p>
            <a:pPr marL="0" lvl="0" indent="0" algn="l" rtl="0">
              <a:lnSpc>
                <a:spcPct val="115000"/>
              </a:lnSpc>
              <a:spcBef>
                <a:spcPts val="1200"/>
              </a:spcBef>
              <a:spcAft>
                <a:spcPts val="0"/>
              </a:spcAft>
              <a:buClr>
                <a:schemeClr val="dk1"/>
              </a:buClr>
              <a:buSzPts val="1100"/>
              <a:buFont typeface="Arial"/>
              <a:buNone/>
            </a:pPr>
            <a:r>
              <a:rPr lang="en-US" sz="2450">
                <a:solidFill>
                  <a:schemeClr val="dk1"/>
                </a:solidFill>
                <a:latin typeface="Lora"/>
                <a:ea typeface="Lora"/>
                <a:cs typeface="Lora"/>
                <a:sym typeface="Lora"/>
              </a:rPr>
              <a:t>To further enhance prediction quality, we generated synthetic data for underrepresented classes and reweighted training samples accordingly. These adjustments significantly improved model performance, raising classification accuracy to approximately 95%. Experiments were evaluated using classification metrics such as precision, recall, and F1-score, confirming the effectiveness of our improved model. Overall, the system architecture and iterative modeling strategy proved successful in building a robust tool for bird migration and density prediction.</a:t>
            </a:r>
            <a:endParaRPr sz="2450">
              <a:solidFill>
                <a:schemeClr val="dk1"/>
              </a:solidFill>
              <a:latin typeface="Lora"/>
              <a:ea typeface="Lora"/>
              <a:cs typeface="Lora"/>
              <a:sym typeface="Lora"/>
            </a:endParaRPr>
          </a:p>
          <a:p>
            <a:pPr marL="457200" lvl="0" indent="0" algn="l" rtl="0">
              <a:spcBef>
                <a:spcPts val="1200"/>
              </a:spcBef>
              <a:spcAft>
                <a:spcPts val="0"/>
              </a:spcAft>
              <a:buClr>
                <a:schemeClr val="dk1"/>
              </a:buClr>
              <a:buSzPts val="1100"/>
              <a:buFont typeface="Arial"/>
              <a:buNone/>
            </a:pPr>
            <a:endParaRPr sz="2250">
              <a:solidFill>
                <a:schemeClr val="dk1"/>
              </a:solidFill>
              <a:latin typeface="Lora"/>
              <a:ea typeface="Lora"/>
              <a:cs typeface="Lora"/>
              <a:sym typeface="Lora"/>
            </a:endParaRPr>
          </a:p>
          <a:p>
            <a:pPr marL="457200" lvl="0" indent="0" algn="l" rtl="0">
              <a:spcBef>
                <a:spcPts val="0"/>
              </a:spcBef>
              <a:spcAft>
                <a:spcPts val="0"/>
              </a:spcAft>
              <a:buClr>
                <a:schemeClr val="dk1"/>
              </a:buClr>
              <a:buSzPts val="1100"/>
              <a:buFont typeface="Arial"/>
              <a:buNone/>
            </a:pPr>
            <a:endParaRPr sz="2150">
              <a:solidFill>
                <a:schemeClr val="dk1"/>
              </a:solidFill>
              <a:latin typeface="Lora"/>
              <a:ea typeface="Lora"/>
              <a:cs typeface="Lora"/>
              <a:sym typeface="Lora"/>
            </a:endParaRPr>
          </a:p>
        </p:txBody>
      </p:sp>
      <p:sp>
        <p:nvSpPr>
          <p:cNvPr id="119" name="Google Shape;119;p14"/>
          <p:cNvSpPr txBox="1"/>
          <p:nvPr/>
        </p:nvSpPr>
        <p:spPr>
          <a:xfrm>
            <a:off x="10980200" y="1833225"/>
            <a:ext cx="22194300" cy="2754449"/>
          </a:xfrm>
          <a:prstGeom prst="rect">
            <a:avLst/>
          </a:prstGeom>
          <a:noFill/>
          <a:ln>
            <a:noFill/>
          </a:ln>
        </p:spPr>
        <p:txBody>
          <a:bodyPr spcFirstLastPara="1" wrap="square" lIns="137125" tIns="342825" rIns="137125" bIns="342825" anchor="ctr" anchorCtr="0">
            <a:spAutoFit/>
          </a:bodyPr>
          <a:lstStyle/>
          <a:p>
            <a:pPr marL="0" lvl="0" indent="0" algn="ctr" rtl="0">
              <a:spcBef>
                <a:spcPts val="0"/>
              </a:spcBef>
              <a:spcAft>
                <a:spcPts val="0"/>
              </a:spcAft>
              <a:buClr>
                <a:srgbClr val="000000"/>
              </a:buClr>
              <a:buSzPts val="8800"/>
              <a:buFont typeface="Arial"/>
              <a:buNone/>
            </a:pPr>
            <a:r>
              <a:rPr lang="en-US" sz="6000" dirty="0">
                <a:solidFill>
                  <a:schemeClr val="lt1"/>
                </a:solidFill>
                <a:latin typeface="Nunito"/>
                <a:ea typeface="Nunito"/>
                <a:cs typeface="Nunito"/>
                <a:sym typeface="Nunito"/>
              </a:rPr>
              <a:t>Jenna Chan</a:t>
            </a:r>
            <a:endParaRPr sz="6000" dirty="0">
              <a:solidFill>
                <a:schemeClr val="lt1"/>
              </a:solidFill>
              <a:latin typeface="Nunito"/>
              <a:ea typeface="Nunito"/>
              <a:cs typeface="Nunito"/>
              <a:sym typeface="Nunito"/>
            </a:endParaRPr>
          </a:p>
          <a:p>
            <a:pPr marL="0" lvl="0" indent="0" algn="ctr" rtl="0">
              <a:spcBef>
                <a:spcPts val="0"/>
              </a:spcBef>
              <a:spcAft>
                <a:spcPts val="0"/>
              </a:spcAft>
              <a:buClr>
                <a:srgbClr val="000000"/>
              </a:buClr>
              <a:buSzPts val="8800"/>
              <a:buFont typeface="Arial"/>
              <a:buNone/>
            </a:pPr>
            <a:endParaRPr sz="6000" dirty="0">
              <a:solidFill>
                <a:schemeClr val="lt1"/>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1400" i="0" u="none" strike="noStrike" cap="none" dirty="0">
              <a:solidFill>
                <a:srgbClr val="000000"/>
              </a:solidFill>
              <a:latin typeface="Nunito"/>
              <a:ea typeface="Nunito"/>
              <a:cs typeface="Nunito"/>
              <a:sym typeface="Nunito"/>
            </a:endParaRPr>
          </a:p>
        </p:txBody>
      </p:sp>
      <p:pic>
        <p:nvPicPr>
          <p:cNvPr id="120" name="Google Shape;120;p14"/>
          <p:cNvPicPr preferRelativeResize="0"/>
          <p:nvPr/>
        </p:nvPicPr>
        <p:blipFill rotWithShape="1">
          <a:blip r:embed="rId3">
            <a:alphaModFix/>
          </a:blip>
          <a:srcRect r="76188"/>
          <a:stretch/>
        </p:blipFill>
        <p:spPr>
          <a:xfrm>
            <a:off x="4255775" y="290187"/>
            <a:ext cx="2712602" cy="3324425"/>
          </a:xfrm>
          <a:prstGeom prst="rect">
            <a:avLst/>
          </a:prstGeom>
          <a:noFill/>
          <a:ln>
            <a:noFill/>
          </a:ln>
        </p:spPr>
      </p:pic>
      <p:pic>
        <p:nvPicPr>
          <p:cNvPr id="121" name="Google Shape;121;p14"/>
          <p:cNvPicPr preferRelativeResize="0"/>
          <p:nvPr/>
        </p:nvPicPr>
        <p:blipFill rotWithShape="1">
          <a:blip r:embed="rId3">
            <a:alphaModFix/>
          </a:blip>
          <a:srcRect l="24913"/>
          <a:stretch/>
        </p:blipFill>
        <p:spPr>
          <a:xfrm>
            <a:off x="33522450" y="566825"/>
            <a:ext cx="9372599" cy="3642670"/>
          </a:xfrm>
          <a:prstGeom prst="rect">
            <a:avLst/>
          </a:prstGeom>
          <a:noFill/>
          <a:ln>
            <a:noFill/>
          </a:ln>
        </p:spPr>
      </p:pic>
      <p:sp>
        <p:nvSpPr>
          <p:cNvPr id="122" name="Google Shape;122;p14"/>
          <p:cNvSpPr/>
          <p:nvPr/>
        </p:nvSpPr>
        <p:spPr>
          <a:xfrm>
            <a:off x="0" y="27225800"/>
            <a:ext cx="43891200" cy="3967500"/>
          </a:xfrm>
          <a:prstGeom prst="rect">
            <a:avLst/>
          </a:prstGeom>
          <a:solidFill>
            <a:srgbClr val="789F9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900">
              <a:solidFill>
                <a:schemeClr val="dk1"/>
              </a:solidFill>
              <a:latin typeface="Lora"/>
              <a:ea typeface="Lora"/>
              <a:cs typeface="Lora"/>
              <a:sym typeface="Lora"/>
            </a:endParaRPr>
          </a:p>
        </p:txBody>
      </p:sp>
      <p:grpSp>
        <p:nvGrpSpPr>
          <p:cNvPr id="123" name="Google Shape;123;p14"/>
          <p:cNvGrpSpPr/>
          <p:nvPr/>
        </p:nvGrpSpPr>
        <p:grpSpPr>
          <a:xfrm>
            <a:off x="33013832" y="21228143"/>
            <a:ext cx="10118751" cy="5710291"/>
            <a:chOff x="1317776" y="18606959"/>
            <a:chExt cx="9144000" cy="5405937"/>
          </a:xfrm>
        </p:grpSpPr>
        <p:sp>
          <p:nvSpPr>
            <p:cNvPr id="124" name="Google Shape;124;p14"/>
            <p:cNvSpPr txBox="1"/>
            <p:nvPr/>
          </p:nvSpPr>
          <p:spPr>
            <a:xfrm>
              <a:off x="1317776" y="19533295"/>
              <a:ext cx="9144000" cy="4479600"/>
            </a:xfrm>
            <a:prstGeom prst="rect">
              <a:avLst/>
            </a:prstGeom>
            <a:noFill/>
            <a:ln w="12700" cap="flat" cmpd="sng">
              <a:solidFill>
                <a:srgbClr val="3F762A"/>
              </a:solidFill>
              <a:prstDash val="solid"/>
              <a:round/>
              <a:headEnd type="none" w="sm" len="sm"/>
              <a:tailEnd type="none" w="sm" len="sm"/>
            </a:ln>
          </p:spPr>
          <p:txBody>
            <a:bodyPr spcFirstLastPara="1" wrap="square" lIns="137125" tIns="137125" rIns="137125" bIns="137125" anchor="t" anchorCtr="0">
              <a:spAutoFit/>
            </a:bodyPr>
            <a:lstStyle/>
            <a:p>
              <a:pPr marL="457200" lvl="0" indent="-390525" algn="l" rtl="0">
                <a:lnSpc>
                  <a:spcPct val="115000"/>
                </a:lnSpc>
                <a:spcBef>
                  <a:spcPts val="0"/>
                </a:spcBef>
                <a:spcAft>
                  <a:spcPts val="0"/>
                </a:spcAft>
                <a:buClr>
                  <a:schemeClr val="dk1"/>
                </a:buClr>
                <a:buSzPts val="2550"/>
                <a:buFont typeface="Lora"/>
                <a:buChar char="●"/>
              </a:pPr>
              <a:r>
                <a:rPr lang="en-US" sz="2550">
                  <a:solidFill>
                    <a:schemeClr val="dk1"/>
                  </a:solidFill>
                  <a:latin typeface="Lora"/>
                  <a:ea typeface="Lora"/>
                  <a:cs typeface="Lora"/>
                  <a:sym typeface="Lora"/>
                </a:rPr>
                <a:t>Our project successfully predicts bird migration patterns using machine learning, showing strong correlations between climate variables and bird movements</a:t>
              </a:r>
              <a:endParaRPr sz="2550">
                <a:solidFill>
                  <a:schemeClr val="dk1"/>
                </a:solidFill>
                <a:latin typeface="Lora"/>
                <a:ea typeface="Lora"/>
                <a:cs typeface="Lora"/>
                <a:sym typeface="Lora"/>
              </a:endParaRPr>
            </a:p>
            <a:p>
              <a:pPr marL="457200" lvl="0" indent="-390525" algn="l" rtl="0">
                <a:lnSpc>
                  <a:spcPct val="115000"/>
                </a:lnSpc>
                <a:spcBef>
                  <a:spcPts val="0"/>
                </a:spcBef>
                <a:spcAft>
                  <a:spcPts val="0"/>
                </a:spcAft>
                <a:buClr>
                  <a:schemeClr val="dk1"/>
                </a:buClr>
                <a:buSzPts val="2550"/>
                <a:buFont typeface="Lora"/>
                <a:buChar char="●"/>
              </a:pPr>
              <a:r>
                <a:rPr lang="en-US" sz="2550">
                  <a:solidFill>
                    <a:schemeClr val="dk1"/>
                  </a:solidFill>
                  <a:latin typeface="Lora"/>
                  <a:ea typeface="Lora"/>
                  <a:cs typeface="Lora"/>
                  <a:sym typeface="Lora"/>
                </a:rPr>
                <a:t>The model effectively classifies bird observation density into low, medium, and high categories with good accuracy</a:t>
              </a:r>
              <a:endParaRPr sz="2550">
                <a:solidFill>
                  <a:schemeClr val="dk1"/>
                </a:solidFill>
                <a:latin typeface="Lora"/>
                <a:ea typeface="Lora"/>
                <a:cs typeface="Lora"/>
                <a:sym typeface="Lora"/>
              </a:endParaRPr>
            </a:p>
            <a:p>
              <a:pPr marL="457200" lvl="0" indent="-390525" algn="l" rtl="0">
                <a:lnSpc>
                  <a:spcPct val="115000"/>
                </a:lnSpc>
                <a:spcBef>
                  <a:spcPts val="0"/>
                </a:spcBef>
                <a:spcAft>
                  <a:spcPts val="0"/>
                </a:spcAft>
                <a:buClr>
                  <a:schemeClr val="dk1"/>
                </a:buClr>
                <a:buSzPts val="2550"/>
                <a:buFont typeface="Lora"/>
                <a:buChar char="●"/>
              </a:pPr>
              <a:r>
                <a:rPr lang="en-US" sz="2550">
                  <a:solidFill>
                    <a:schemeClr val="dk1"/>
                  </a:solidFill>
                  <a:latin typeface="Lora"/>
                  <a:ea typeface="Lora"/>
                  <a:cs typeface="Lora"/>
                  <a:sym typeface="Lora"/>
                </a:rPr>
                <a:t>Results support strategic conservation planning for changing migration patterns</a:t>
              </a:r>
              <a:endParaRPr sz="2550">
                <a:solidFill>
                  <a:schemeClr val="dk1"/>
                </a:solidFill>
                <a:latin typeface="Lora"/>
                <a:ea typeface="Lora"/>
                <a:cs typeface="Lora"/>
                <a:sym typeface="Lora"/>
              </a:endParaRPr>
            </a:p>
            <a:p>
              <a:pPr marL="457200" lvl="0" indent="-390525" algn="l" rtl="0">
                <a:lnSpc>
                  <a:spcPct val="115000"/>
                </a:lnSpc>
                <a:spcBef>
                  <a:spcPts val="0"/>
                </a:spcBef>
                <a:spcAft>
                  <a:spcPts val="0"/>
                </a:spcAft>
                <a:buClr>
                  <a:schemeClr val="dk1"/>
                </a:buClr>
                <a:buSzPts val="2550"/>
                <a:buFont typeface="Lora"/>
                <a:buChar char="●"/>
              </a:pPr>
              <a:r>
                <a:rPr lang="en-US" sz="2550">
                  <a:solidFill>
                    <a:schemeClr val="dk1"/>
                  </a:solidFill>
                  <a:latin typeface="Lora"/>
                  <a:ea typeface="Lora"/>
                  <a:cs typeface="Lora"/>
                  <a:sym typeface="Lora"/>
                </a:rPr>
                <a:t>While currently focused on American Robin in the Eastern U.S., our methodology can be expanded to include more species and broader geographic regions</a:t>
              </a:r>
              <a:endParaRPr sz="2550">
                <a:solidFill>
                  <a:schemeClr val="dk1"/>
                </a:solidFill>
                <a:latin typeface="Lora"/>
                <a:ea typeface="Lora"/>
                <a:cs typeface="Lora"/>
                <a:sym typeface="Lora"/>
              </a:endParaRPr>
            </a:p>
          </p:txBody>
        </p:sp>
        <p:sp>
          <p:nvSpPr>
            <p:cNvPr id="125" name="Google Shape;125;p14"/>
            <p:cNvSpPr/>
            <p:nvPr/>
          </p:nvSpPr>
          <p:spPr>
            <a:xfrm>
              <a:off x="1317776" y="18606959"/>
              <a:ext cx="9144000" cy="926400"/>
            </a:xfrm>
            <a:prstGeom prst="rect">
              <a:avLst/>
            </a:prstGeom>
            <a:solidFill>
              <a:srgbClr val="154734"/>
            </a:solidFill>
            <a:ln w="12700" cap="flat" cmpd="sng">
              <a:solidFill>
                <a:srgbClr val="3D7329"/>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a:solidFill>
                    <a:schemeClr val="lt1"/>
                  </a:solidFill>
                  <a:latin typeface="Nunito"/>
                  <a:ea typeface="Nunito"/>
                  <a:cs typeface="Nunito"/>
                  <a:sym typeface="Nunito"/>
                </a:rPr>
                <a:t>Conclusions</a:t>
              </a:r>
              <a:endParaRPr sz="1400" i="0" u="none" strike="noStrike" cap="none">
                <a:solidFill>
                  <a:srgbClr val="000000"/>
                </a:solidFill>
                <a:latin typeface="Nunito"/>
                <a:ea typeface="Nunito"/>
                <a:cs typeface="Nunito"/>
                <a:sym typeface="Nunito"/>
              </a:endParaRPr>
            </a:p>
          </p:txBody>
        </p:sp>
      </p:grpSp>
      <p:sp>
        <p:nvSpPr>
          <p:cNvPr id="126" name="Google Shape;126;p14"/>
          <p:cNvSpPr txBox="1"/>
          <p:nvPr/>
        </p:nvSpPr>
        <p:spPr>
          <a:xfrm>
            <a:off x="33316400" y="28142300"/>
            <a:ext cx="9247800" cy="213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grpSp>
        <p:nvGrpSpPr>
          <p:cNvPr id="127" name="Google Shape;127;p14"/>
          <p:cNvGrpSpPr/>
          <p:nvPr/>
        </p:nvGrpSpPr>
        <p:grpSpPr>
          <a:xfrm>
            <a:off x="11129362" y="27447392"/>
            <a:ext cx="21271700" cy="3606341"/>
            <a:chOff x="1317776" y="16432186"/>
            <a:chExt cx="9144005" cy="4349706"/>
          </a:xfrm>
        </p:grpSpPr>
        <p:sp>
          <p:nvSpPr>
            <p:cNvPr id="128" name="Google Shape;128;p14"/>
            <p:cNvSpPr txBox="1"/>
            <p:nvPr/>
          </p:nvSpPr>
          <p:spPr>
            <a:xfrm>
              <a:off x="1317781" y="17358592"/>
              <a:ext cx="9144000" cy="3423300"/>
            </a:xfrm>
            <a:prstGeom prst="rect">
              <a:avLst/>
            </a:prstGeom>
            <a:noFill/>
            <a:ln w="12700" cap="flat" cmpd="sng">
              <a:solidFill>
                <a:srgbClr val="3F762A"/>
              </a:solidFill>
              <a:prstDash val="solid"/>
              <a:round/>
              <a:headEnd type="none" w="sm" len="sm"/>
              <a:tailEnd type="none" w="sm" len="sm"/>
            </a:ln>
          </p:spPr>
          <p:txBody>
            <a:bodyPr spcFirstLastPara="1" wrap="square" lIns="137125" tIns="137125" rIns="137125" bIns="137125" anchor="t" anchorCtr="0">
              <a:spAutoFit/>
            </a:bodyPr>
            <a:lstStyle/>
            <a:p>
              <a:pPr marL="0" lvl="0" indent="0" algn="l" rtl="0">
                <a:lnSpc>
                  <a:spcPct val="115000"/>
                </a:lnSpc>
                <a:spcBef>
                  <a:spcPts val="1200"/>
                </a:spcBef>
                <a:spcAft>
                  <a:spcPts val="0"/>
                </a:spcAft>
                <a:buNone/>
              </a:pPr>
              <a:r>
                <a:rPr lang="en-US" sz="1600">
                  <a:solidFill>
                    <a:schemeClr val="dk1"/>
                  </a:solidFill>
                  <a:latin typeface="Lora"/>
                  <a:ea typeface="Lora"/>
                  <a:cs typeface="Lora"/>
                  <a:sym typeface="Lora"/>
                </a:rPr>
                <a:t>Heisman, Rebecca. “A Brief History of How Scientists Have Learned about Bird Migration.” Audubon, 21 Feb. 2023, www.audubon.org/magazine/spring-2022/a-brief-history-how-scientists-have-learned-about#:~:text=1952,of%20Illinois%20at%20Urbana%2DChampaign. </a:t>
              </a:r>
              <a:endParaRPr sz="1600">
                <a:solidFill>
                  <a:schemeClr val="dk1"/>
                </a:solidFill>
                <a:latin typeface="Lora"/>
                <a:ea typeface="Lora"/>
                <a:cs typeface="Lora"/>
                <a:sym typeface="Lora"/>
              </a:endParaRPr>
            </a:p>
            <a:p>
              <a:pPr marL="0" lvl="0" indent="0" algn="l" rtl="0">
                <a:lnSpc>
                  <a:spcPct val="115000"/>
                </a:lnSpc>
                <a:spcBef>
                  <a:spcPts val="1200"/>
                </a:spcBef>
                <a:spcAft>
                  <a:spcPts val="0"/>
                </a:spcAft>
                <a:buNone/>
              </a:pPr>
              <a:r>
                <a:rPr lang="en-US" sz="1600">
                  <a:solidFill>
                    <a:schemeClr val="dk1"/>
                  </a:solidFill>
                  <a:latin typeface="Lora"/>
                  <a:ea typeface="Lora"/>
                  <a:cs typeface="Lora"/>
                  <a:sym typeface="Lora"/>
                </a:rPr>
                <a:t>Fuentes, Miguel, et al. “BirdFlow: Learning Seasonal Bird Movements from EBird Data.” Methods in Ecology and Evolution, vol. 14, no. 3, 31 Jan. 2023, pp. 923–938, https://doi.org/10.1111/2041-210x.14052.</a:t>
              </a:r>
              <a:endParaRPr sz="1600">
                <a:solidFill>
                  <a:schemeClr val="dk1"/>
                </a:solidFill>
                <a:latin typeface="Lora"/>
                <a:ea typeface="Lora"/>
                <a:cs typeface="Lora"/>
                <a:sym typeface="Lora"/>
              </a:endParaRPr>
            </a:p>
            <a:p>
              <a:pPr marL="0" lvl="0" indent="0" algn="l" rtl="0">
                <a:lnSpc>
                  <a:spcPct val="115000"/>
                </a:lnSpc>
                <a:spcBef>
                  <a:spcPts val="1200"/>
                </a:spcBef>
                <a:spcAft>
                  <a:spcPts val="0"/>
                </a:spcAft>
                <a:buNone/>
              </a:pPr>
              <a:r>
                <a:rPr lang="en-US" sz="1600">
                  <a:solidFill>
                    <a:schemeClr val="dk1"/>
                  </a:solidFill>
                  <a:latin typeface="Lora"/>
                  <a:ea typeface="Lora"/>
                  <a:cs typeface="Lora"/>
                  <a:sym typeface="Lora"/>
                </a:rPr>
                <a:t>Kranstauber, B., Bouten, W., van Gasteren, H., &amp; Shamoun-Baranes, J. (2022). Ensemble predictions are essential for accurate bird migration forecasts for conservation and flight safety. Ecological Solutions and Evidence, 00, 3, e12158. https://doi.org/10.1002/2688-8319.12158</a:t>
              </a:r>
              <a:endParaRPr sz="1600">
                <a:solidFill>
                  <a:schemeClr val="dk1"/>
                </a:solidFill>
                <a:latin typeface="Lora"/>
                <a:ea typeface="Lora"/>
                <a:cs typeface="Lora"/>
                <a:sym typeface="Lora"/>
              </a:endParaRPr>
            </a:p>
            <a:p>
              <a:pPr marL="0" lvl="0" indent="0" algn="l" rtl="0">
                <a:lnSpc>
                  <a:spcPct val="115000"/>
                </a:lnSpc>
                <a:spcBef>
                  <a:spcPts val="1200"/>
                </a:spcBef>
                <a:spcAft>
                  <a:spcPts val="0"/>
                </a:spcAft>
                <a:buNone/>
              </a:pPr>
              <a:r>
                <a:rPr lang="en-US" sz="1600">
                  <a:solidFill>
                    <a:schemeClr val="dk1"/>
                  </a:solidFill>
                  <a:latin typeface="Lora"/>
                  <a:ea typeface="Lora"/>
                  <a:cs typeface="Lora"/>
                  <a:sym typeface="Lora"/>
                </a:rPr>
                <a:t>Ahmed, Hazem &amp; Glasgow, Janice. (2012). Swarm Intelligence: Concepts, Models and Applications. https://doi.org/10.13140/2.1.1320.2568.</a:t>
              </a:r>
              <a:endParaRPr sz="1600">
                <a:solidFill>
                  <a:schemeClr val="dk1"/>
                </a:solidFill>
                <a:latin typeface="Lora"/>
                <a:ea typeface="Lora"/>
                <a:cs typeface="Lora"/>
                <a:sym typeface="Lora"/>
              </a:endParaRPr>
            </a:p>
            <a:p>
              <a:pPr marL="0" lvl="0" indent="0" algn="l" rtl="0">
                <a:lnSpc>
                  <a:spcPct val="115000"/>
                </a:lnSpc>
                <a:spcBef>
                  <a:spcPts val="1200"/>
                </a:spcBef>
                <a:spcAft>
                  <a:spcPts val="1200"/>
                </a:spcAft>
                <a:buNone/>
              </a:pPr>
              <a:r>
                <a:rPr lang="en-US" sz="1600">
                  <a:solidFill>
                    <a:schemeClr val="dk1"/>
                  </a:solidFill>
                  <a:latin typeface="Lora"/>
                  <a:ea typeface="Lora"/>
                  <a:cs typeface="Lora"/>
                  <a:sym typeface="Lora"/>
                </a:rPr>
                <a:t>WANG, C., ZHANG, S., MA, T., XIAO, Y., CHEN, M. Z., &amp; WANG, L. (2024). Swarm intelligence: A survey of model classification and applications. Chinese Journal of Aeronautics. https://doi.org/10.1016/j.cja.2024.03.019</a:t>
              </a:r>
              <a:endParaRPr sz="1600">
                <a:solidFill>
                  <a:schemeClr val="dk1"/>
                </a:solidFill>
                <a:latin typeface="Lora"/>
                <a:ea typeface="Lora"/>
                <a:cs typeface="Lora"/>
                <a:sym typeface="Lora"/>
              </a:endParaRPr>
            </a:p>
          </p:txBody>
        </p:sp>
        <p:sp>
          <p:nvSpPr>
            <p:cNvPr id="129" name="Google Shape;129;p14"/>
            <p:cNvSpPr/>
            <p:nvPr/>
          </p:nvSpPr>
          <p:spPr>
            <a:xfrm>
              <a:off x="1317776" y="16432186"/>
              <a:ext cx="9144000" cy="926400"/>
            </a:xfrm>
            <a:prstGeom prst="rect">
              <a:avLst/>
            </a:prstGeom>
            <a:solidFill>
              <a:srgbClr val="154734"/>
            </a:solidFill>
            <a:ln w="12700" cap="flat" cmpd="sng">
              <a:solidFill>
                <a:srgbClr val="3D7329"/>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a:solidFill>
                    <a:schemeClr val="lt1"/>
                  </a:solidFill>
                  <a:latin typeface="Nunito"/>
                  <a:ea typeface="Nunito"/>
                  <a:cs typeface="Nunito"/>
                  <a:sym typeface="Nunito"/>
                </a:rPr>
                <a:t>References</a:t>
              </a:r>
              <a:endParaRPr sz="1400" i="0" u="none" strike="noStrike" cap="none">
                <a:solidFill>
                  <a:srgbClr val="000000"/>
                </a:solidFill>
                <a:latin typeface="Nunito"/>
                <a:ea typeface="Nunito"/>
                <a:cs typeface="Nunito"/>
                <a:sym typeface="Nunito"/>
              </a:endParaRPr>
            </a:p>
          </p:txBody>
        </p:sp>
      </p:grpSp>
      <p:sp>
        <p:nvSpPr>
          <p:cNvPr id="130" name="Google Shape;130;p14"/>
          <p:cNvSpPr/>
          <p:nvPr/>
        </p:nvSpPr>
        <p:spPr>
          <a:xfrm>
            <a:off x="11130789" y="17752282"/>
            <a:ext cx="21271500" cy="756300"/>
          </a:xfrm>
          <a:prstGeom prst="rect">
            <a:avLst/>
          </a:prstGeom>
          <a:solidFill>
            <a:srgbClr val="154734"/>
          </a:solidFill>
          <a:ln w="12700" cap="flat" cmpd="sng">
            <a:solidFill>
              <a:srgbClr val="3D7329"/>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a:solidFill>
                  <a:srgbClr val="FFFFFF"/>
                </a:solidFill>
                <a:latin typeface="Nunito"/>
                <a:ea typeface="Nunito"/>
                <a:cs typeface="Nunito"/>
                <a:sym typeface="Nunito"/>
              </a:rPr>
              <a:t>System Design Diagrams</a:t>
            </a:r>
            <a:endParaRPr sz="1400" b="1" i="0" u="none" strike="noStrike" cap="none">
              <a:solidFill>
                <a:srgbClr val="000000"/>
              </a:solidFill>
              <a:latin typeface="Nunito"/>
              <a:ea typeface="Nunito"/>
              <a:cs typeface="Nunito"/>
              <a:sym typeface="Nunito"/>
            </a:endParaRPr>
          </a:p>
        </p:txBody>
      </p:sp>
      <p:pic>
        <p:nvPicPr>
          <p:cNvPr id="131" name="Google Shape;131;p14"/>
          <p:cNvPicPr preferRelativeResize="0"/>
          <p:nvPr/>
        </p:nvPicPr>
        <p:blipFill rotWithShape="1">
          <a:blip r:embed="rId4">
            <a:alphaModFix/>
          </a:blip>
          <a:srcRect/>
          <a:stretch/>
        </p:blipFill>
        <p:spPr>
          <a:xfrm>
            <a:off x="3801648" y="27523556"/>
            <a:ext cx="3307704" cy="3307704"/>
          </a:xfrm>
          <a:prstGeom prst="rect">
            <a:avLst/>
          </a:prstGeom>
          <a:noFill/>
          <a:ln>
            <a:noFill/>
          </a:ln>
        </p:spPr>
      </p:pic>
      <p:sp>
        <p:nvSpPr>
          <p:cNvPr id="132" name="Google Shape;132;p14"/>
          <p:cNvSpPr txBox="1"/>
          <p:nvPr/>
        </p:nvSpPr>
        <p:spPr>
          <a:xfrm>
            <a:off x="11304825" y="23698538"/>
            <a:ext cx="4235700" cy="76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300">
                <a:solidFill>
                  <a:schemeClr val="dk1"/>
                </a:solidFill>
                <a:latin typeface="Times New Roman"/>
                <a:ea typeface="Times New Roman"/>
                <a:cs typeface="Times New Roman"/>
                <a:sym typeface="Times New Roman"/>
              </a:rPr>
              <a:t>Figure 5. System design diagram of our backend architecture</a:t>
            </a:r>
            <a:endParaRPr sz="2300">
              <a:solidFill>
                <a:schemeClr val="dk1"/>
              </a:solidFill>
              <a:latin typeface="Times New Roman"/>
              <a:ea typeface="Times New Roman"/>
              <a:cs typeface="Times New Roman"/>
              <a:sym typeface="Times New Roman"/>
            </a:endParaRPr>
          </a:p>
        </p:txBody>
      </p:sp>
      <p:sp>
        <p:nvSpPr>
          <p:cNvPr id="133" name="Google Shape;133;p14"/>
          <p:cNvSpPr txBox="1"/>
          <p:nvPr/>
        </p:nvSpPr>
        <p:spPr>
          <a:xfrm>
            <a:off x="11304825" y="20058075"/>
            <a:ext cx="4235700" cy="91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300">
                <a:solidFill>
                  <a:schemeClr val="dk1"/>
                </a:solidFill>
                <a:latin typeface="Times New Roman"/>
                <a:ea typeface="Times New Roman"/>
                <a:cs typeface="Times New Roman"/>
                <a:sym typeface="Times New Roman"/>
              </a:rPr>
              <a:t>Figure 4. System design diagram for our front end architecture </a:t>
            </a:r>
            <a:endParaRPr sz="2300">
              <a:solidFill>
                <a:schemeClr val="dk1"/>
              </a:solidFill>
              <a:latin typeface="Times New Roman"/>
              <a:ea typeface="Times New Roman"/>
              <a:cs typeface="Times New Roman"/>
              <a:sym typeface="Times New Roman"/>
            </a:endParaRPr>
          </a:p>
        </p:txBody>
      </p:sp>
      <p:sp>
        <p:nvSpPr>
          <p:cNvPr id="134" name="Google Shape;134;p14"/>
          <p:cNvSpPr txBox="1"/>
          <p:nvPr/>
        </p:nvSpPr>
        <p:spPr>
          <a:xfrm>
            <a:off x="740400" y="612300"/>
            <a:ext cx="3061200" cy="2680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4800">
                <a:solidFill>
                  <a:schemeClr val="lt1"/>
                </a:solidFill>
                <a:latin typeface="Nunito"/>
                <a:ea typeface="Nunito"/>
                <a:cs typeface="Nunito"/>
                <a:sym typeface="Nunito"/>
              </a:rPr>
              <a:t>CSC-581</a:t>
            </a:r>
            <a:endParaRPr sz="4800">
              <a:solidFill>
                <a:schemeClr val="lt1"/>
              </a:solidFill>
              <a:latin typeface="Nunito"/>
              <a:ea typeface="Nunito"/>
              <a:cs typeface="Nunito"/>
              <a:sym typeface="Nunito"/>
            </a:endParaRPr>
          </a:p>
          <a:p>
            <a:pPr marL="0" lvl="0" indent="0" algn="ctr" rtl="0">
              <a:spcBef>
                <a:spcPts val="0"/>
              </a:spcBef>
              <a:spcAft>
                <a:spcPts val="0"/>
              </a:spcAft>
              <a:buClr>
                <a:schemeClr val="dk1"/>
              </a:buClr>
              <a:buSzPts val="8800"/>
              <a:buFont typeface="Arial"/>
              <a:buNone/>
            </a:pPr>
            <a:r>
              <a:rPr lang="en-US" sz="4800">
                <a:solidFill>
                  <a:schemeClr val="lt1"/>
                </a:solidFill>
                <a:latin typeface="Nunito"/>
                <a:ea typeface="Nunito"/>
                <a:cs typeface="Nunito"/>
                <a:sym typeface="Nunito"/>
              </a:rPr>
              <a:t>01-2252</a:t>
            </a:r>
            <a:endParaRPr sz="4800">
              <a:solidFill>
                <a:schemeClr val="dk1"/>
              </a:solidFill>
              <a:latin typeface="Calibri"/>
              <a:ea typeface="Calibri"/>
              <a:cs typeface="Calibri"/>
              <a:sym typeface="Calibri"/>
            </a:endParaRPr>
          </a:p>
        </p:txBody>
      </p:sp>
      <p:pic>
        <p:nvPicPr>
          <p:cNvPr id="135" name="Google Shape;135;p14" title="Screenshot 2025-03-11 at 8.18.10 PM.png"/>
          <p:cNvPicPr preferRelativeResize="0"/>
          <p:nvPr/>
        </p:nvPicPr>
        <p:blipFill rotWithShape="1">
          <a:blip r:embed="rId5">
            <a:alphaModFix/>
          </a:blip>
          <a:srcRect l="955" t="1970" r="590" b="1448"/>
          <a:stretch/>
        </p:blipFill>
        <p:spPr>
          <a:xfrm>
            <a:off x="11973375" y="5146625"/>
            <a:ext cx="9132663" cy="5877141"/>
          </a:xfrm>
          <a:prstGeom prst="rect">
            <a:avLst/>
          </a:prstGeom>
          <a:noFill/>
          <a:ln>
            <a:noFill/>
          </a:ln>
        </p:spPr>
      </p:pic>
      <p:pic>
        <p:nvPicPr>
          <p:cNvPr id="136" name="Google Shape;136;p14" title="Screenshot 2025-03-11 at 8.20.18 PM.png"/>
          <p:cNvPicPr preferRelativeResize="0"/>
          <p:nvPr/>
        </p:nvPicPr>
        <p:blipFill>
          <a:blip r:embed="rId6">
            <a:alphaModFix/>
          </a:blip>
          <a:stretch>
            <a:fillRect/>
          </a:stretch>
        </p:blipFill>
        <p:spPr>
          <a:xfrm>
            <a:off x="16071425" y="18683826"/>
            <a:ext cx="14147875" cy="3163499"/>
          </a:xfrm>
          <a:prstGeom prst="rect">
            <a:avLst/>
          </a:prstGeom>
          <a:noFill/>
          <a:ln>
            <a:noFill/>
          </a:ln>
        </p:spPr>
      </p:pic>
      <p:pic>
        <p:nvPicPr>
          <p:cNvPr id="137" name="Google Shape;137;p14" title="Screenshot 2025-03-11 at 8.20.44 PM.png"/>
          <p:cNvPicPr preferRelativeResize="0"/>
          <p:nvPr/>
        </p:nvPicPr>
        <p:blipFill rotWithShape="1">
          <a:blip r:embed="rId7">
            <a:alphaModFix/>
          </a:blip>
          <a:srcRect t="4540" b="3917"/>
          <a:stretch/>
        </p:blipFill>
        <p:spPr>
          <a:xfrm>
            <a:off x="15805975" y="21421777"/>
            <a:ext cx="14678776" cy="5323048"/>
          </a:xfrm>
          <a:prstGeom prst="rect">
            <a:avLst/>
          </a:prstGeom>
          <a:noFill/>
          <a:ln>
            <a:noFill/>
          </a:ln>
        </p:spPr>
      </p:pic>
      <p:pic>
        <p:nvPicPr>
          <p:cNvPr id="138" name="Google Shape;138;p14"/>
          <p:cNvPicPr preferRelativeResize="0"/>
          <p:nvPr/>
        </p:nvPicPr>
        <p:blipFill>
          <a:blip r:embed="rId8">
            <a:alphaModFix/>
          </a:blip>
          <a:stretch>
            <a:fillRect/>
          </a:stretch>
        </p:blipFill>
        <p:spPr>
          <a:xfrm>
            <a:off x="21541775" y="6014701"/>
            <a:ext cx="10581713" cy="9627665"/>
          </a:xfrm>
          <a:prstGeom prst="rect">
            <a:avLst/>
          </a:prstGeom>
          <a:noFill/>
          <a:ln>
            <a:noFill/>
          </a:ln>
        </p:spPr>
      </p:pic>
      <p:sp>
        <p:nvSpPr>
          <p:cNvPr id="139" name="Google Shape;139;p14"/>
          <p:cNvSpPr txBox="1"/>
          <p:nvPr/>
        </p:nvSpPr>
        <p:spPr>
          <a:xfrm>
            <a:off x="21822350" y="15730163"/>
            <a:ext cx="10292400" cy="103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300">
                <a:solidFill>
                  <a:schemeClr val="dk1"/>
                </a:solidFill>
                <a:latin typeface="Times New Roman"/>
                <a:ea typeface="Times New Roman"/>
                <a:cs typeface="Times New Roman"/>
                <a:sym typeface="Times New Roman"/>
              </a:rPr>
              <a:t>Figure 2. Graph of the H3 cells showing density and groupings of bird observations.</a:t>
            </a:r>
            <a:endParaRPr sz="2300">
              <a:solidFill>
                <a:schemeClr val="dk1"/>
              </a:solidFill>
              <a:latin typeface="Times New Roman"/>
              <a:ea typeface="Times New Roman"/>
              <a:cs typeface="Times New Roman"/>
              <a:sym typeface="Times New Roman"/>
            </a:endParaRPr>
          </a:p>
        </p:txBody>
      </p:sp>
      <p:sp>
        <p:nvSpPr>
          <p:cNvPr id="140" name="Google Shape;140;p14"/>
          <p:cNvSpPr/>
          <p:nvPr/>
        </p:nvSpPr>
        <p:spPr>
          <a:xfrm>
            <a:off x="11115514" y="4200706"/>
            <a:ext cx="21271478" cy="813657"/>
          </a:xfrm>
          <a:prstGeom prst="rect">
            <a:avLst/>
          </a:prstGeom>
          <a:solidFill>
            <a:srgbClr val="154734"/>
          </a:solidFill>
          <a:ln w="12700" cap="flat" cmpd="sng">
            <a:solidFill>
              <a:srgbClr val="3D7329"/>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a:solidFill>
                  <a:schemeClr val="lt1"/>
                </a:solidFill>
                <a:latin typeface="Nunito"/>
                <a:ea typeface="Nunito"/>
                <a:cs typeface="Nunito"/>
                <a:sym typeface="Nunito"/>
              </a:rPr>
              <a:t>Simulation Environment</a:t>
            </a:r>
            <a:endParaRPr sz="1400" b="1" i="0" u="none" strike="noStrike" cap="none">
              <a:solidFill>
                <a:srgbClr val="000000"/>
              </a:solidFill>
              <a:latin typeface="Nunito"/>
              <a:ea typeface="Nunito"/>
              <a:cs typeface="Nunito"/>
              <a:sym typeface="Nunito"/>
            </a:endParaRPr>
          </a:p>
        </p:txBody>
      </p:sp>
      <p:sp>
        <p:nvSpPr>
          <p:cNvPr id="141" name="Google Shape;141;p14"/>
          <p:cNvSpPr txBox="1"/>
          <p:nvPr/>
        </p:nvSpPr>
        <p:spPr>
          <a:xfrm>
            <a:off x="11737000" y="11120650"/>
            <a:ext cx="9372600" cy="117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300">
                <a:solidFill>
                  <a:schemeClr val="dk1"/>
                </a:solidFill>
                <a:latin typeface="Times New Roman"/>
                <a:ea typeface="Times New Roman"/>
                <a:cs typeface="Times New Roman"/>
                <a:sym typeface="Times New Roman"/>
              </a:rPr>
              <a:t>Figure 1. Visual output of our test set classified through our model. The classes 0,1,2 represent low, medium, and high bird densities, respectively.</a:t>
            </a:r>
            <a:endParaRPr sz="2300">
              <a:solidFill>
                <a:schemeClr val="dk1"/>
              </a:solidFill>
              <a:latin typeface="Times New Roman"/>
              <a:ea typeface="Times New Roman"/>
              <a:cs typeface="Times New Roman"/>
              <a:sym typeface="Times New Roman"/>
            </a:endParaRPr>
          </a:p>
        </p:txBody>
      </p:sp>
      <p:pic>
        <p:nvPicPr>
          <p:cNvPr id="142" name="Google Shape;142;p14"/>
          <p:cNvPicPr preferRelativeResize="0"/>
          <p:nvPr/>
        </p:nvPicPr>
        <p:blipFill rotWithShape="1">
          <a:blip r:embed="rId9">
            <a:alphaModFix/>
          </a:blip>
          <a:srcRect l="645" t="1487" b="1922"/>
          <a:stretch/>
        </p:blipFill>
        <p:spPr>
          <a:xfrm>
            <a:off x="11130800" y="11982837"/>
            <a:ext cx="9774024" cy="5323050"/>
          </a:xfrm>
          <a:prstGeom prst="rect">
            <a:avLst/>
          </a:prstGeom>
          <a:noFill/>
          <a:ln>
            <a:noFill/>
          </a:ln>
        </p:spPr>
      </p:pic>
      <p:sp>
        <p:nvSpPr>
          <p:cNvPr id="143" name="Google Shape;143;p14"/>
          <p:cNvSpPr txBox="1"/>
          <p:nvPr/>
        </p:nvSpPr>
        <p:spPr>
          <a:xfrm>
            <a:off x="11509717" y="15660900"/>
            <a:ext cx="3487800" cy="103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300">
                <a:solidFill>
                  <a:schemeClr val="dk1"/>
                </a:solidFill>
                <a:latin typeface="Times New Roman"/>
                <a:ea typeface="Times New Roman"/>
                <a:cs typeface="Times New Roman"/>
                <a:sym typeface="Times New Roman"/>
              </a:rPr>
              <a:t>Figure 3. First few layers (to hopefully somewhat still be legible) of the XGBoost model we ended up using.</a:t>
            </a:r>
            <a:endParaRPr sz="23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Green">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1005</Words>
  <Application>Microsoft Office PowerPoint</Application>
  <PresentationFormat>Custom</PresentationFormat>
  <Paragraphs>47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Times New Roman</vt:lpstr>
      <vt:lpstr>Nunito</vt:lpstr>
      <vt:lpstr>Calibri</vt:lpstr>
      <vt:lpstr>Arial</vt:lpstr>
      <vt:lpstr>Lora</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Jenna Chan</cp:lastModifiedBy>
  <cp:revision>1</cp:revision>
  <dcterms:modified xsi:type="dcterms:W3CDTF">2026-01-29T05:04:45Z</dcterms:modified>
</cp:coreProperties>
</file>